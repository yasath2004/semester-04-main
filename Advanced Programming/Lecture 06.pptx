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2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69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814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5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9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9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355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06- Loops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12316" y="671155"/>
            <a:ext cx="39941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4000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316" y="1711579"/>
            <a:ext cx="10357485" cy="3139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</a:t>
            </a:r>
          </a:p>
          <a:p>
            <a:pPr algn="just">
              <a:lnSpc>
                <a:spcPct val="100000"/>
              </a:lnSpc>
              <a:spcBef>
                <a:spcPts val="25"/>
              </a:spcBef>
              <a:buClr>
                <a:srgbClr val="4471C4"/>
              </a:buClr>
              <a:buFont typeface="Wingdings"/>
              <a:buChar char=""/>
            </a:pP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algn="just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9235" algn="just">
              <a:lnSpc>
                <a:spcPct val="200000"/>
              </a:lnSpc>
              <a:spcBef>
                <a:spcPts val="1000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384300" algn="l"/>
                <a:tab pos="2092960" algn="l"/>
                <a:tab pos="3733165" algn="l"/>
                <a:tab pos="5393055" algn="l"/>
                <a:tab pos="6458585" algn="l"/>
                <a:tab pos="7167245" algn="l"/>
                <a:tab pos="8054340" algn="l"/>
                <a:tab pos="9041765" algn="l"/>
                <a:tab pos="984948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loop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50891" y="685800"/>
            <a:ext cx="74104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18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676400"/>
            <a:ext cx="3803176" cy="4248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17832" y="6408521"/>
            <a:ext cx="1447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71600" y="590797"/>
            <a:ext cx="7518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40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sz="40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6484" y="1601783"/>
            <a:ext cx="8815070" cy="137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4471C4"/>
              </a:buClr>
              <a:buFont typeface="Wingdings"/>
              <a:buChar char=""/>
            </a:pPr>
            <a:endParaRPr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33282" y="3733799"/>
            <a:ext cx="9540240" cy="1445260"/>
            <a:chOff x="1224102" y="3745928"/>
            <a:chExt cx="9540240" cy="1445260"/>
          </a:xfrm>
        </p:grpSpPr>
        <p:sp>
          <p:nvSpPr>
            <p:cNvPr id="5" name="object 5"/>
            <p:cNvSpPr/>
            <p:nvPr/>
          </p:nvSpPr>
          <p:spPr>
            <a:xfrm>
              <a:off x="1232039" y="3753865"/>
              <a:ext cx="9524365" cy="1429385"/>
            </a:xfrm>
            <a:custGeom>
              <a:avLst/>
              <a:gdLst/>
              <a:ahLst/>
              <a:cxnLst/>
              <a:rect l="l" t="t" r="r" b="b"/>
              <a:pathLst>
                <a:path w="9524365" h="1429385">
                  <a:moveTo>
                    <a:pt x="9285973" y="0"/>
                  </a:moveTo>
                  <a:lnTo>
                    <a:pt x="238239" y="0"/>
                  </a:lnTo>
                  <a:lnTo>
                    <a:pt x="190226" y="4840"/>
                  </a:lnTo>
                  <a:lnTo>
                    <a:pt x="145507" y="18724"/>
                  </a:lnTo>
                  <a:lnTo>
                    <a:pt x="105039" y="40692"/>
                  </a:lnTo>
                  <a:lnTo>
                    <a:pt x="69780" y="69786"/>
                  </a:lnTo>
                  <a:lnTo>
                    <a:pt x="40688" y="105047"/>
                  </a:lnTo>
                  <a:lnTo>
                    <a:pt x="18722" y="145518"/>
                  </a:lnTo>
                  <a:lnTo>
                    <a:pt x="4840" y="190239"/>
                  </a:lnTo>
                  <a:lnTo>
                    <a:pt x="0" y="238251"/>
                  </a:lnTo>
                  <a:lnTo>
                    <a:pt x="0" y="1191132"/>
                  </a:lnTo>
                  <a:lnTo>
                    <a:pt x="4840" y="1239145"/>
                  </a:lnTo>
                  <a:lnTo>
                    <a:pt x="18722" y="1283866"/>
                  </a:lnTo>
                  <a:lnTo>
                    <a:pt x="40688" y="1324337"/>
                  </a:lnTo>
                  <a:lnTo>
                    <a:pt x="69780" y="1359598"/>
                  </a:lnTo>
                  <a:lnTo>
                    <a:pt x="105039" y="1388692"/>
                  </a:lnTo>
                  <a:lnTo>
                    <a:pt x="145507" y="1410660"/>
                  </a:lnTo>
                  <a:lnTo>
                    <a:pt x="190226" y="1424544"/>
                  </a:lnTo>
                  <a:lnTo>
                    <a:pt x="238239" y="1429384"/>
                  </a:lnTo>
                  <a:lnTo>
                    <a:pt x="9285973" y="1429384"/>
                  </a:lnTo>
                  <a:lnTo>
                    <a:pt x="9333986" y="1424544"/>
                  </a:lnTo>
                  <a:lnTo>
                    <a:pt x="9378707" y="1410660"/>
                  </a:lnTo>
                  <a:lnTo>
                    <a:pt x="9419177" y="1388692"/>
                  </a:lnTo>
                  <a:lnTo>
                    <a:pt x="9454438" y="1359598"/>
                  </a:lnTo>
                  <a:lnTo>
                    <a:pt x="9483532" y="1324337"/>
                  </a:lnTo>
                  <a:lnTo>
                    <a:pt x="9505500" y="1283866"/>
                  </a:lnTo>
                  <a:lnTo>
                    <a:pt x="9519384" y="1239145"/>
                  </a:lnTo>
                  <a:lnTo>
                    <a:pt x="9524225" y="1191132"/>
                  </a:lnTo>
                  <a:lnTo>
                    <a:pt x="9524225" y="238251"/>
                  </a:lnTo>
                  <a:lnTo>
                    <a:pt x="9519384" y="190239"/>
                  </a:lnTo>
                  <a:lnTo>
                    <a:pt x="9505500" y="145518"/>
                  </a:lnTo>
                  <a:lnTo>
                    <a:pt x="9483532" y="105047"/>
                  </a:lnTo>
                  <a:lnTo>
                    <a:pt x="9454438" y="69786"/>
                  </a:lnTo>
                  <a:lnTo>
                    <a:pt x="9419177" y="40692"/>
                  </a:lnTo>
                  <a:lnTo>
                    <a:pt x="9378707" y="18724"/>
                  </a:lnTo>
                  <a:lnTo>
                    <a:pt x="9333986" y="4840"/>
                  </a:lnTo>
                  <a:lnTo>
                    <a:pt x="9285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32039" y="3753865"/>
              <a:ext cx="9524365" cy="1429385"/>
            </a:xfrm>
            <a:custGeom>
              <a:avLst/>
              <a:gdLst/>
              <a:ahLst/>
              <a:cxnLst/>
              <a:rect l="l" t="t" r="r" b="b"/>
              <a:pathLst>
                <a:path w="9524365" h="1429385">
                  <a:moveTo>
                    <a:pt x="0" y="238251"/>
                  </a:moveTo>
                  <a:lnTo>
                    <a:pt x="4840" y="190239"/>
                  </a:lnTo>
                  <a:lnTo>
                    <a:pt x="18722" y="145518"/>
                  </a:lnTo>
                  <a:lnTo>
                    <a:pt x="40688" y="105047"/>
                  </a:lnTo>
                  <a:lnTo>
                    <a:pt x="69780" y="69786"/>
                  </a:lnTo>
                  <a:lnTo>
                    <a:pt x="105039" y="40692"/>
                  </a:lnTo>
                  <a:lnTo>
                    <a:pt x="145507" y="18724"/>
                  </a:lnTo>
                  <a:lnTo>
                    <a:pt x="190226" y="4840"/>
                  </a:lnTo>
                  <a:lnTo>
                    <a:pt x="238239" y="0"/>
                  </a:lnTo>
                  <a:lnTo>
                    <a:pt x="9285973" y="0"/>
                  </a:lnTo>
                  <a:lnTo>
                    <a:pt x="9333986" y="4840"/>
                  </a:lnTo>
                  <a:lnTo>
                    <a:pt x="9378707" y="18724"/>
                  </a:lnTo>
                  <a:lnTo>
                    <a:pt x="9419177" y="40692"/>
                  </a:lnTo>
                  <a:lnTo>
                    <a:pt x="9454438" y="69786"/>
                  </a:lnTo>
                  <a:lnTo>
                    <a:pt x="9483532" y="105047"/>
                  </a:lnTo>
                  <a:lnTo>
                    <a:pt x="9505500" y="145518"/>
                  </a:lnTo>
                  <a:lnTo>
                    <a:pt x="9519384" y="190239"/>
                  </a:lnTo>
                  <a:lnTo>
                    <a:pt x="9524225" y="238251"/>
                  </a:lnTo>
                  <a:lnTo>
                    <a:pt x="9524225" y="1191132"/>
                  </a:lnTo>
                  <a:lnTo>
                    <a:pt x="9519384" y="1239145"/>
                  </a:lnTo>
                  <a:lnTo>
                    <a:pt x="9505500" y="1283866"/>
                  </a:lnTo>
                  <a:lnTo>
                    <a:pt x="9483532" y="1324337"/>
                  </a:lnTo>
                  <a:lnTo>
                    <a:pt x="9454438" y="1359598"/>
                  </a:lnTo>
                  <a:lnTo>
                    <a:pt x="9419177" y="1388692"/>
                  </a:lnTo>
                  <a:lnTo>
                    <a:pt x="9378707" y="1410660"/>
                  </a:lnTo>
                  <a:lnTo>
                    <a:pt x="9333986" y="1424544"/>
                  </a:lnTo>
                  <a:lnTo>
                    <a:pt x="9285973" y="1429384"/>
                  </a:lnTo>
                  <a:lnTo>
                    <a:pt x="238239" y="1429384"/>
                  </a:lnTo>
                  <a:lnTo>
                    <a:pt x="190226" y="1424544"/>
                  </a:lnTo>
                  <a:lnTo>
                    <a:pt x="145507" y="1410660"/>
                  </a:lnTo>
                  <a:lnTo>
                    <a:pt x="105039" y="1388692"/>
                  </a:lnTo>
                  <a:lnTo>
                    <a:pt x="69780" y="1359598"/>
                  </a:lnTo>
                  <a:lnTo>
                    <a:pt x="40688" y="1324337"/>
                  </a:lnTo>
                  <a:lnTo>
                    <a:pt x="18722" y="1283866"/>
                  </a:lnTo>
                  <a:lnTo>
                    <a:pt x="4840" y="1239145"/>
                  </a:lnTo>
                  <a:lnTo>
                    <a:pt x="0" y="1191132"/>
                  </a:lnTo>
                  <a:lnTo>
                    <a:pt x="0" y="238251"/>
                  </a:lnTo>
                  <a:close/>
                </a:path>
              </a:pathLst>
            </a:custGeom>
            <a:ln w="158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18423" y="4076064"/>
            <a:ext cx="9207500" cy="7607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356485" marR="5080" indent="-2344420">
              <a:lnSpc>
                <a:spcPct val="100899"/>
              </a:lnSpc>
              <a:spcBef>
                <a:spcPts val="75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times,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a </a:t>
            </a:r>
            <a:r>
              <a:rPr sz="2400" b="1" spc="-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447800" y="762000"/>
            <a:ext cx="93535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18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400" y="1905000"/>
            <a:ext cx="10020300" cy="326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re-usability.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4471C4"/>
              </a:buClr>
              <a:buFont typeface="Wingdings"/>
              <a:buChar char=""/>
            </a:pPr>
            <a:endParaRPr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again.</a:t>
            </a:r>
          </a:p>
          <a:p>
            <a:pPr marL="241300" marR="1078865" indent="-229235">
              <a:lnSpc>
                <a:spcPct val="200000"/>
              </a:lnSpc>
              <a:spcBef>
                <a:spcPts val="1010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loops,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(array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84225" y="762000"/>
            <a:ext cx="67722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40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07180" y="3810634"/>
            <a:ext cx="5801995" cy="593090"/>
            <a:chOff x="3607180" y="3810634"/>
            <a:chExt cx="5801995" cy="593090"/>
          </a:xfrm>
        </p:grpSpPr>
        <p:sp>
          <p:nvSpPr>
            <p:cNvPr id="4" name="object 4"/>
            <p:cNvSpPr/>
            <p:nvPr/>
          </p:nvSpPr>
          <p:spPr>
            <a:xfrm>
              <a:off x="6321425" y="3816984"/>
              <a:ext cx="3081655" cy="580390"/>
            </a:xfrm>
            <a:custGeom>
              <a:avLst/>
              <a:gdLst/>
              <a:ahLst/>
              <a:cxnLst/>
              <a:rect l="l" t="t" r="r" b="b"/>
              <a:pathLst>
                <a:path w="3081654" h="580389">
                  <a:moveTo>
                    <a:pt x="0" y="0"/>
                  </a:moveTo>
                  <a:lnTo>
                    <a:pt x="0" y="290067"/>
                  </a:lnTo>
                  <a:lnTo>
                    <a:pt x="3081274" y="290067"/>
                  </a:lnTo>
                  <a:lnTo>
                    <a:pt x="3081274" y="580135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2567" y="3816984"/>
              <a:ext cx="0" cy="580390"/>
            </a:xfrm>
            <a:custGeom>
              <a:avLst/>
              <a:gdLst/>
              <a:ahLst/>
              <a:cxnLst/>
              <a:rect l="l" t="t" r="r" b="b"/>
              <a:pathLst>
                <a:path h="580389">
                  <a:moveTo>
                    <a:pt x="0" y="0"/>
                  </a:moveTo>
                  <a:lnTo>
                    <a:pt x="0" y="580174"/>
                  </a:lnTo>
                </a:path>
              </a:pathLst>
            </a:custGeom>
            <a:ln w="14986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3530" y="3816984"/>
              <a:ext cx="2708275" cy="580390"/>
            </a:xfrm>
            <a:custGeom>
              <a:avLst/>
              <a:gdLst/>
              <a:ahLst/>
              <a:cxnLst/>
              <a:rect l="l" t="t" r="r" b="b"/>
              <a:pathLst>
                <a:path w="2708275" h="580389">
                  <a:moveTo>
                    <a:pt x="2707894" y="0"/>
                  </a:moveTo>
                  <a:lnTo>
                    <a:pt x="2707894" y="290067"/>
                  </a:lnTo>
                  <a:lnTo>
                    <a:pt x="0" y="290067"/>
                  </a:lnTo>
                  <a:lnTo>
                    <a:pt x="0" y="580135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49646" y="2896171"/>
            <a:ext cx="2543810" cy="92138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975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Loops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0960" y="4397197"/>
            <a:ext cx="2025650" cy="8394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endParaRPr sz="23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755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6365" y="4397197"/>
            <a:ext cx="2235200" cy="8394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65"/>
              </a:lnSpc>
            </a:pPr>
            <a:r>
              <a:rPr sz="2300" spc="-1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23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755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1319" y="4397197"/>
            <a:ext cx="2762885" cy="8394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2665"/>
              </a:lnSpc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Nested</a:t>
            </a:r>
            <a:endParaRPr sz="23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755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35754" y="607751"/>
            <a:ext cx="278288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4000" spc="-9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3909" y="1637388"/>
            <a:ext cx="4420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syntax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dirty="0">
                <a:latin typeface="Arial MT"/>
                <a:cs typeface="Arial MT"/>
              </a:rPr>
              <a:t> is: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5754" y="3509717"/>
            <a:ext cx="10164445" cy="1798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40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evaluated.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statement(s)</a:t>
            </a: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909" y="2193594"/>
            <a:ext cx="9080754" cy="11510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43000" y="685800"/>
            <a:ext cx="87979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18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1752600"/>
            <a:ext cx="3581400" cy="4040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90707" y="643477"/>
            <a:ext cx="86915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4000" spc="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316" y="1921001"/>
            <a:ext cx="65570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-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5331" y="4449151"/>
            <a:ext cx="2732278" cy="172542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02585" y="2751404"/>
            <a:ext cx="3048635" cy="1530350"/>
            <a:chOff x="1358519" y="2633002"/>
            <a:chExt cx="3048635" cy="15303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8519" y="3663276"/>
              <a:ext cx="1841119" cy="4999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8519" y="2633002"/>
              <a:ext cx="3048254" cy="1048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558905" y="6353492"/>
            <a:ext cx="229235" cy="3486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sz="1800" dirty="0">
                <a:latin typeface="Arial Black"/>
                <a:cs typeface="Arial Black"/>
              </a:rPr>
              <a:t>9</a:t>
            </a:fld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84129" y="658256"/>
            <a:ext cx="869156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4000" spc="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396" y="1675637"/>
            <a:ext cx="6565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10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19400" y="3810000"/>
            <a:ext cx="1841500" cy="2245995"/>
            <a:chOff x="1243749" y="3718902"/>
            <a:chExt cx="1841500" cy="2245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749" y="3718902"/>
              <a:ext cx="1841119" cy="4999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984" y="4254169"/>
              <a:ext cx="1680844" cy="171056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9400" y="2508123"/>
            <a:ext cx="2810510" cy="1152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752600" y="501599"/>
            <a:ext cx="21939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4000" spc="-10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600" y="1630965"/>
            <a:ext cx="10114915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sequence,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tabLst>
                <a:tab pos="241300" algn="l"/>
              </a:tabLst>
            </a:pPr>
            <a:endParaRPr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284404"/>
            <a:ext cx="8525764" cy="1131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66800" y="533400"/>
            <a:ext cx="82089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sz="4000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18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1524000"/>
            <a:ext cx="3733800" cy="42401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58494" y="526807"/>
            <a:ext cx="82232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8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40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431" y="1709419"/>
            <a:ext cx="662178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Print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 10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79571" y="3505200"/>
            <a:ext cx="1841500" cy="2583180"/>
            <a:chOff x="1386077" y="3511765"/>
            <a:chExt cx="1841500" cy="2583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077" y="3511765"/>
              <a:ext cx="1841119" cy="4999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1779" y="4053141"/>
              <a:ext cx="874217" cy="204177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7626" y="2641757"/>
            <a:ext cx="3176269" cy="6340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12177" y="593527"/>
            <a:ext cx="82232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4000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9431" y="1470786"/>
            <a:ext cx="7393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Print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0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0081" y="3508298"/>
            <a:ext cx="1841119" cy="4999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3800" y="2619286"/>
            <a:ext cx="3389629" cy="6401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1000" y="4008208"/>
            <a:ext cx="451142" cy="20727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68461" y="560882"/>
            <a:ext cx="59420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</a:t>
            </a:r>
            <a:r>
              <a:rPr sz="4000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sz="40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8461" y="1752600"/>
            <a:ext cx="10273665" cy="1267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471C4"/>
              </a:buClr>
              <a:buFont typeface="Wingdings"/>
              <a:buChar char=""/>
            </a:pPr>
            <a:endParaRPr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23328"/>
              </p:ext>
            </p:extLst>
          </p:nvPr>
        </p:nvGraphicFramePr>
        <p:xfrm>
          <a:off x="1524000" y="3352800"/>
          <a:ext cx="9927590" cy="2574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3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While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Loop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Loop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99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2342" y="4146296"/>
            <a:ext cx="3828669" cy="13229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5294" y="4146296"/>
            <a:ext cx="4157853" cy="13229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422400" y="585552"/>
            <a:ext cx="2489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7000" y="1569834"/>
            <a:ext cx="4404995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Loop:-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0665" algn="l"/>
                <a:tab pos="241935" algn="l"/>
                <a:tab pos="1830070" algn="l"/>
              </a:tabLst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01:	Print</a:t>
            </a:r>
            <a:r>
              <a:rPr sz="17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7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word,</a:t>
            </a:r>
            <a:r>
              <a:rPr sz="17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471C4"/>
              </a:buClr>
              <a:buFont typeface="Wingdings"/>
              <a:buChar char=""/>
            </a:pP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40665" algn="l"/>
                <a:tab pos="241935" algn="l"/>
                <a:tab pos="1830070" algn="l"/>
              </a:tabLst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02:	Print</a:t>
            </a:r>
            <a:r>
              <a:rPr sz="17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7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39674" y="3855796"/>
            <a:ext cx="1169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Loop:-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9674" y="4468748"/>
            <a:ext cx="14808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  <a:tab pos="241935" algn="l"/>
              </a:tabLst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sz="17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57408" y="4468748"/>
            <a:ext cx="25869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7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7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39674" y="5063490"/>
            <a:ext cx="14808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40665" algn="l"/>
                <a:tab pos="241935" algn="l"/>
              </a:tabLst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sz="17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02: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7408" y="5063490"/>
            <a:ext cx="30092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sz="17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numbers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7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7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77460" y="787782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169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285</TotalTime>
  <Words>444</Words>
  <Application>Microsoft Office PowerPoint</Application>
  <PresentationFormat>Widescreen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Black</vt:lpstr>
      <vt:lpstr>Arial MT</vt:lpstr>
      <vt:lpstr>Calibri</vt:lpstr>
      <vt:lpstr>Calibri Light</vt:lpstr>
      <vt:lpstr>Times New Roman</vt:lpstr>
      <vt:lpstr>Wingdings</vt:lpstr>
      <vt:lpstr>Retrospect</vt:lpstr>
      <vt:lpstr>ADVANCED PROGRAMMING-ITIC 2223</vt:lpstr>
      <vt:lpstr>What is a Loop?</vt:lpstr>
      <vt:lpstr>Working of a Loop statement.</vt:lpstr>
      <vt:lpstr>Why We Use Loops in Python?</vt:lpstr>
      <vt:lpstr>Advantages of Using Loops in Python</vt:lpstr>
      <vt:lpstr>Loop Statements in Python</vt:lpstr>
      <vt:lpstr>While Loop</vt:lpstr>
      <vt:lpstr>Working of a While Loop statement</vt:lpstr>
      <vt:lpstr>Examples for While Loop in Python</vt:lpstr>
      <vt:lpstr>Examples for While Loop in Python</vt:lpstr>
      <vt:lpstr>For Loop</vt:lpstr>
      <vt:lpstr>Working of a For Loop statement</vt:lpstr>
      <vt:lpstr>Examples -For Loop in Python</vt:lpstr>
      <vt:lpstr>Examples- For Loop in Python</vt:lpstr>
      <vt:lpstr>Nested Loops in Python</vt:lpstr>
      <vt:lpstr>Exercises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9</cp:revision>
  <dcterms:created xsi:type="dcterms:W3CDTF">2024-07-10T10:05:28Z</dcterms:created>
  <dcterms:modified xsi:type="dcterms:W3CDTF">2025-07-13T03:45:21Z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