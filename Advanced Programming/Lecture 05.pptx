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55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804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24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299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418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266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818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720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422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438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019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29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05- Conditional Statements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8959" y="953472"/>
            <a:ext cx="83800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0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40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38100" algn="just">
                <a:lnSpc>
                  <a:spcPct val="100000"/>
                </a:lnSpc>
                <a:spcBef>
                  <a:spcPts val="245"/>
                </a:spcBef>
              </a:pPr>
              <a:t>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431" y="2209800"/>
            <a:ext cx="10260965" cy="31284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program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condition(s)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discuss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types.</a:t>
            </a:r>
          </a:p>
          <a:p>
            <a:pPr algn="just">
              <a:lnSpc>
                <a:spcPct val="100000"/>
              </a:lnSpc>
            </a:pPr>
            <a:endParaRPr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5700" indent="-229235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1156335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sz="32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5700" indent="-229235" algn="just">
              <a:lnSpc>
                <a:spcPct val="100000"/>
              </a:lnSpc>
              <a:spcBef>
                <a:spcPts val="505"/>
              </a:spcBef>
              <a:buClr>
                <a:srgbClr val="00B050"/>
              </a:buClr>
              <a:buFont typeface="Wingdings"/>
              <a:buChar char=""/>
              <a:tabLst>
                <a:tab pos="1156335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IF/ELIF/ELSE</a:t>
            </a:r>
            <a:r>
              <a:rPr sz="32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9667" y="938200"/>
            <a:ext cx="49688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sz="4000" spc="-7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38100" algn="just">
                <a:lnSpc>
                  <a:spcPct val="100000"/>
                </a:lnSpc>
                <a:spcBef>
                  <a:spcPts val="245"/>
                </a:spcBef>
              </a:pPr>
              <a:t>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687" y="1693367"/>
            <a:ext cx="9871710" cy="92773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30"/>
              </a:spcBef>
              <a:buClr>
                <a:srgbClr val="00B050"/>
              </a:buClr>
            </a:pPr>
            <a:r>
              <a:rPr sz="2000" b="1" spc="-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b="1" spc="-4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sz="2000" b="1" spc="-4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000" b="1" spc="-6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endParaRPr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lnSpc>
                <a:spcPct val="100000"/>
              </a:lnSpc>
              <a:spcBef>
                <a:spcPts val="99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9451" y="2836164"/>
            <a:ext cx="3876675" cy="2585720"/>
          </a:xfrm>
          <a:custGeom>
            <a:avLst/>
            <a:gdLst/>
            <a:ahLst/>
            <a:cxnLst/>
            <a:rect l="l" t="t" r="r" b="b"/>
            <a:pathLst>
              <a:path w="3876675" h="2585720">
                <a:moveTo>
                  <a:pt x="0" y="2585339"/>
                </a:moveTo>
                <a:lnTo>
                  <a:pt x="3876548" y="2585339"/>
                </a:lnTo>
                <a:lnTo>
                  <a:pt x="3876548" y="0"/>
                </a:lnTo>
                <a:lnTo>
                  <a:pt x="0" y="0"/>
                </a:lnTo>
                <a:lnTo>
                  <a:pt x="0" y="258533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573" y="2863722"/>
            <a:ext cx="31730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</a:t>
            </a:r>
            <a:r>
              <a:rPr sz="1800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indentation</a:t>
            </a:r>
            <a:r>
              <a:rPr sz="1800" spc="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1800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1800" spc="-2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2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grouping</a:t>
            </a:r>
            <a:r>
              <a:rPr sz="1800" spc="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8573" y="3961257"/>
            <a:ext cx="20955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6795" y="3313176"/>
            <a:ext cx="4481830" cy="2031364"/>
          </a:xfrm>
          <a:custGeom>
            <a:avLst/>
            <a:gdLst/>
            <a:ahLst/>
            <a:cxnLst/>
            <a:rect l="l" t="t" r="r" b="b"/>
            <a:pathLst>
              <a:path w="4481830" h="2031364">
                <a:moveTo>
                  <a:pt x="0" y="2031364"/>
                </a:moveTo>
                <a:lnTo>
                  <a:pt x="4481830" y="2031364"/>
                </a:lnTo>
                <a:lnTo>
                  <a:pt x="4481830" y="0"/>
                </a:lnTo>
                <a:lnTo>
                  <a:pt x="0" y="0"/>
                </a:lnTo>
                <a:lnTo>
                  <a:pt x="0" y="203136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6552" y="3340734"/>
            <a:ext cx="281432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&gt;b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88595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 is greater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b") </a:t>
            </a:r>
            <a:r>
              <a:rPr sz="18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 is less than b")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8385" y="2726182"/>
            <a:ext cx="396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:-when</a:t>
            </a:r>
            <a:r>
              <a:rPr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(a&gt;b)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21169" y="5449620"/>
            <a:ext cx="2880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56842" y="4329429"/>
            <a:ext cx="1478915" cy="665480"/>
          </a:xfrm>
          <a:custGeom>
            <a:avLst/>
            <a:gdLst/>
            <a:ahLst/>
            <a:cxnLst/>
            <a:rect l="l" t="t" r="r" b="b"/>
            <a:pathLst>
              <a:path w="1478914" h="665479">
                <a:moveTo>
                  <a:pt x="1421003" y="27813"/>
                </a:moveTo>
                <a:lnTo>
                  <a:pt x="1340485" y="0"/>
                </a:lnTo>
                <a:lnTo>
                  <a:pt x="1344612" y="31508"/>
                </a:lnTo>
                <a:lnTo>
                  <a:pt x="66802" y="199644"/>
                </a:lnTo>
                <a:lnTo>
                  <a:pt x="68453" y="212344"/>
                </a:lnTo>
                <a:lnTo>
                  <a:pt x="1346263" y="44094"/>
                </a:lnTo>
                <a:lnTo>
                  <a:pt x="1350391" y="75565"/>
                </a:lnTo>
                <a:lnTo>
                  <a:pt x="1417993" y="29845"/>
                </a:lnTo>
                <a:lnTo>
                  <a:pt x="1421003" y="27813"/>
                </a:lnTo>
                <a:close/>
              </a:path>
              <a:path w="1478914" h="665479">
                <a:moveTo>
                  <a:pt x="1478915" y="637413"/>
                </a:moveTo>
                <a:lnTo>
                  <a:pt x="1476260" y="635635"/>
                </a:lnTo>
                <a:lnTo>
                  <a:pt x="1408176" y="589915"/>
                </a:lnTo>
                <a:lnTo>
                  <a:pt x="1404162" y="621309"/>
                </a:lnTo>
                <a:lnTo>
                  <a:pt x="1651" y="440309"/>
                </a:lnTo>
                <a:lnTo>
                  <a:pt x="0" y="453009"/>
                </a:lnTo>
                <a:lnTo>
                  <a:pt x="1402537" y="634009"/>
                </a:lnTo>
                <a:lnTo>
                  <a:pt x="1398524" y="665480"/>
                </a:lnTo>
                <a:lnTo>
                  <a:pt x="1478915" y="63741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3231" y="4529709"/>
            <a:ext cx="8972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</a:t>
            </a:r>
            <a:r>
              <a:rPr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605" y="909665"/>
            <a:ext cx="49688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sz="4000" spc="-7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1097280" y="2055218"/>
            <a:ext cx="10058400" cy="17235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 algn="just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false,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executed.</a:t>
            </a:r>
          </a:p>
          <a:p>
            <a:pPr marL="5121275" algn="just">
              <a:lnSpc>
                <a:spcPct val="100000"/>
              </a:lnSpc>
              <a:spcBef>
                <a:spcPts val="325"/>
              </a:spcBef>
              <a:buClr>
                <a:srgbClr val="00B050"/>
              </a:buClr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Ex:-</a:t>
            </a:r>
            <a:r>
              <a:rPr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condition(a&gt;b)</a:t>
            </a:r>
            <a:r>
              <a:rPr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B050"/>
              </a:buCl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380">
              <a:lnSpc>
                <a:spcPct val="100000"/>
              </a:lnSpc>
              <a:spcBef>
                <a:spcPts val="1355"/>
              </a:spcBef>
              <a:buClr>
                <a:srgbClr val="00B050"/>
              </a:buClr>
            </a:pP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755330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7434" y="3299901"/>
            <a:ext cx="4224655" cy="2031364"/>
          </a:xfrm>
          <a:custGeom>
            <a:avLst/>
            <a:gdLst/>
            <a:ahLst/>
            <a:cxnLst/>
            <a:rect l="l" t="t" r="r" b="b"/>
            <a:pathLst>
              <a:path w="4224655" h="2031364">
                <a:moveTo>
                  <a:pt x="0" y="2031364"/>
                </a:moveTo>
                <a:lnTo>
                  <a:pt x="4224274" y="2031364"/>
                </a:lnTo>
                <a:lnTo>
                  <a:pt x="4224274" y="0"/>
                </a:lnTo>
                <a:lnTo>
                  <a:pt x="0" y="0"/>
                </a:lnTo>
                <a:lnTo>
                  <a:pt x="0" y="203136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6416" y="3876354"/>
            <a:ext cx="20955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69076" y="3300917"/>
            <a:ext cx="4893945" cy="2308860"/>
          </a:xfrm>
          <a:custGeom>
            <a:avLst/>
            <a:gdLst/>
            <a:ahLst/>
            <a:cxnLst/>
            <a:rect l="l" t="t" r="r" b="b"/>
            <a:pathLst>
              <a:path w="4893945" h="2308860">
                <a:moveTo>
                  <a:pt x="0" y="2308352"/>
                </a:moveTo>
                <a:lnTo>
                  <a:pt x="4893945" y="2308352"/>
                </a:lnTo>
                <a:lnTo>
                  <a:pt x="4893945" y="0"/>
                </a:lnTo>
                <a:lnTo>
                  <a:pt x="0" y="0"/>
                </a:lnTo>
                <a:lnTo>
                  <a:pt x="0" y="230835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8578" y="3602924"/>
            <a:ext cx="791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8578" y="4426138"/>
            <a:ext cx="2814320" cy="157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&gt;b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26364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 is greater than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b") </a:t>
            </a:r>
            <a:r>
              <a:rPr sz="18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065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 is less than b")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1925">
              <a:lnSpc>
                <a:spcPct val="100000"/>
              </a:lnSpc>
              <a:spcBef>
                <a:spcPts val="141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less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981718"/>
            <a:ext cx="83743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-Example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38100" algn="just">
                <a:lnSpc>
                  <a:spcPct val="100000"/>
                </a:lnSpc>
                <a:spcBef>
                  <a:spcPts val="245"/>
                </a:spcBef>
              </a:pPr>
              <a:t>5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3985" y="2897632"/>
            <a:ext cx="4567555" cy="1477645"/>
          </a:xfrm>
          <a:custGeom>
            <a:avLst/>
            <a:gdLst/>
            <a:ahLst/>
            <a:cxnLst/>
            <a:rect l="l" t="t" r="r" b="b"/>
            <a:pathLst>
              <a:path w="4567555" h="1477645">
                <a:moveTo>
                  <a:pt x="0" y="1477390"/>
                </a:moveTo>
                <a:lnTo>
                  <a:pt x="4567047" y="1477390"/>
                </a:lnTo>
                <a:lnTo>
                  <a:pt x="4567047" y="0"/>
                </a:lnTo>
                <a:lnTo>
                  <a:pt x="0" y="0"/>
                </a:lnTo>
                <a:lnTo>
                  <a:pt x="0" y="147739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73913" y="2783903"/>
            <a:ext cx="3731260" cy="2344420"/>
            <a:chOff x="6673913" y="2783903"/>
            <a:chExt cx="3731260" cy="23444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2425" y="2812542"/>
              <a:ext cx="3673982" cy="2287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88201" y="2798191"/>
              <a:ext cx="3702685" cy="2315845"/>
            </a:xfrm>
            <a:custGeom>
              <a:avLst/>
              <a:gdLst/>
              <a:ahLst/>
              <a:cxnLst/>
              <a:rect l="l" t="t" r="r" b="b"/>
              <a:pathLst>
                <a:path w="3702684" h="2315845">
                  <a:moveTo>
                    <a:pt x="0" y="2315844"/>
                  </a:moveTo>
                  <a:lnTo>
                    <a:pt x="3702558" y="2315844"/>
                  </a:lnTo>
                  <a:lnTo>
                    <a:pt x="3702558" y="0"/>
                  </a:lnTo>
                  <a:lnTo>
                    <a:pt x="0" y="0"/>
                  </a:lnTo>
                  <a:lnTo>
                    <a:pt x="0" y="2315844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algn="just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392" y="1460902"/>
            <a:ext cx="9994900" cy="284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even,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“even”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“odd”.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7375" algn="just">
              <a:lnSpc>
                <a:spcPct val="100000"/>
              </a:lnSpc>
              <a:spcBef>
                <a:spcPts val="233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06070" marR="607187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18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(input("Enter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no: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 </a:t>
            </a:r>
            <a:r>
              <a:rPr sz="1800"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If(number%2)==1: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print("Odd")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07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print("Even")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57214" y="3402710"/>
            <a:ext cx="421005" cy="360680"/>
            <a:chOff x="6157214" y="3402710"/>
            <a:chExt cx="421005" cy="360680"/>
          </a:xfrm>
        </p:grpSpPr>
        <p:sp>
          <p:nvSpPr>
            <p:cNvPr id="9" name="object 9"/>
            <p:cNvSpPr/>
            <p:nvPr/>
          </p:nvSpPr>
          <p:spPr>
            <a:xfrm>
              <a:off x="6163564" y="3409060"/>
              <a:ext cx="408305" cy="347980"/>
            </a:xfrm>
            <a:custGeom>
              <a:avLst/>
              <a:gdLst/>
              <a:ahLst/>
              <a:cxnLst/>
              <a:rect l="l" t="t" r="r" b="b"/>
              <a:pathLst>
                <a:path w="408304" h="347979">
                  <a:moveTo>
                    <a:pt x="234187" y="0"/>
                  </a:moveTo>
                  <a:lnTo>
                    <a:pt x="234187" y="86867"/>
                  </a:lnTo>
                  <a:lnTo>
                    <a:pt x="0" y="86867"/>
                  </a:lnTo>
                  <a:lnTo>
                    <a:pt x="0" y="260603"/>
                  </a:lnTo>
                  <a:lnTo>
                    <a:pt x="234187" y="260603"/>
                  </a:lnTo>
                  <a:lnTo>
                    <a:pt x="234187" y="347471"/>
                  </a:lnTo>
                  <a:lnTo>
                    <a:pt x="407924" y="173736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algn="just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163564" y="3409060"/>
              <a:ext cx="408305" cy="347980"/>
            </a:xfrm>
            <a:custGeom>
              <a:avLst/>
              <a:gdLst/>
              <a:ahLst/>
              <a:cxnLst/>
              <a:rect l="l" t="t" r="r" b="b"/>
              <a:pathLst>
                <a:path w="408304" h="347979">
                  <a:moveTo>
                    <a:pt x="0" y="86867"/>
                  </a:moveTo>
                  <a:lnTo>
                    <a:pt x="234187" y="86867"/>
                  </a:lnTo>
                  <a:lnTo>
                    <a:pt x="234187" y="0"/>
                  </a:lnTo>
                  <a:lnTo>
                    <a:pt x="407924" y="173736"/>
                  </a:lnTo>
                  <a:lnTo>
                    <a:pt x="234187" y="347471"/>
                  </a:lnTo>
                  <a:lnTo>
                    <a:pt x="234187" y="260603"/>
                  </a:lnTo>
                  <a:lnTo>
                    <a:pt x="0" y="260603"/>
                  </a:lnTo>
                  <a:lnTo>
                    <a:pt x="0" y="86867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just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916703"/>
            <a:ext cx="62141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IF/ELIF/ELSE</a:t>
            </a:r>
            <a:r>
              <a:rPr sz="4000" spc="-8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38100" algn="just">
                <a:lnSpc>
                  <a:spcPct val="100000"/>
                </a:lnSpc>
                <a:spcBef>
                  <a:spcPts val="245"/>
                </a:spcBef>
              </a:pPr>
              <a:t>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7363" y="2889885"/>
            <a:ext cx="3786504" cy="3139440"/>
          </a:xfrm>
          <a:custGeom>
            <a:avLst/>
            <a:gdLst/>
            <a:ahLst/>
            <a:cxnLst/>
            <a:rect l="l" t="t" r="r" b="b"/>
            <a:pathLst>
              <a:path w="3786504" h="3139440">
                <a:moveTo>
                  <a:pt x="0" y="3139313"/>
                </a:moveTo>
                <a:lnTo>
                  <a:pt x="3786378" y="3139313"/>
                </a:lnTo>
                <a:lnTo>
                  <a:pt x="3786378" y="0"/>
                </a:lnTo>
                <a:lnTo>
                  <a:pt x="0" y="0"/>
                </a:lnTo>
                <a:lnTo>
                  <a:pt x="0" y="313931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230" y="2917316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sz="18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6230" y="3466338"/>
            <a:ext cx="209613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condition1: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914400" algn="just">
              <a:lnSpc>
                <a:spcPct val="10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nts 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914400" algn="just">
              <a:lnSpc>
                <a:spcPct val="10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nts 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3743" y="1716158"/>
            <a:ext cx="10028739" cy="12214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  <a:tab pos="650176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test,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satisfying condition(the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true).</a:t>
            </a:r>
          </a:p>
          <a:p>
            <a:pPr marL="241300" indent="-229235" algn="just">
              <a:lnSpc>
                <a:spcPts val="2160"/>
              </a:lnSpc>
              <a:spcBef>
                <a:spcPts val="994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ignored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33645" algn="just">
              <a:lnSpc>
                <a:spcPts val="1920"/>
              </a:lnSpc>
              <a:buClr>
                <a:srgbClr val="00B050"/>
              </a:buClr>
            </a:pP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a==b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16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03976" y="2902610"/>
            <a:ext cx="4855845" cy="2862580"/>
          </a:xfrm>
          <a:custGeom>
            <a:avLst/>
            <a:gdLst/>
            <a:ahLst/>
            <a:cxnLst/>
            <a:rect l="l" t="t" r="r" b="b"/>
            <a:pathLst>
              <a:path w="4855845" h="2862579">
                <a:moveTo>
                  <a:pt x="0" y="2862326"/>
                </a:moveTo>
                <a:lnTo>
                  <a:pt x="4855337" y="2862326"/>
                </a:lnTo>
                <a:lnTo>
                  <a:pt x="4855337" y="0"/>
                </a:lnTo>
                <a:lnTo>
                  <a:pt x="0" y="0"/>
                </a:lnTo>
                <a:lnTo>
                  <a:pt x="0" y="28623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3604" y="2930144"/>
            <a:ext cx="791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83604" y="3753357"/>
            <a:ext cx="843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8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&gt;b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3604" y="4027678"/>
            <a:ext cx="469201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58875" indent="9144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 is greater than b") </a:t>
            </a:r>
            <a:r>
              <a:rPr sz="1800"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a==b: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value")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less than b")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5628" y="5803188"/>
            <a:ext cx="3917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18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876352"/>
            <a:ext cx="62141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IF/ELIF/ELSE</a:t>
            </a:r>
            <a:r>
              <a:rPr sz="4000" spc="-8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9431" y="1676400"/>
            <a:ext cx="9944100" cy="1041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SzPct val="83333"/>
              <a:tabLst>
                <a:tab pos="309245" algn="l"/>
                <a:tab pos="310515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923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SzPct val="83333"/>
              <a:buFont typeface="Wingdings"/>
              <a:buChar char=""/>
              <a:tabLst>
                <a:tab pos="309245" algn="l"/>
                <a:tab pos="31051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false,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statement(s)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sz="2400" spc="-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90800" y="2590800"/>
            <a:ext cx="6096000" cy="33829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25145">
              <a:lnSpc>
                <a:spcPct val="100000"/>
              </a:lnSpc>
              <a:spcBef>
                <a:spcPts val="1305"/>
              </a:spcBef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5145">
              <a:lnSpc>
                <a:spcPct val="100000"/>
              </a:lnSpc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5145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&gt;b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39545">
              <a:lnSpc>
                <a:spcPct val="100000"/>
              </a:lnSpc>
              <a:spcBef>
                <a:spcPts val="5"/>
              </a:spcBef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 b")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5145">
              <a:lnSpc>
                <a:spcPct val="100000"/>
              </a:lnSpc>
            </a:pP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a==b:</a:t>
            </a:r>
          </a:p>
          <a:p>
            <a:pPr marL="1439545">
              <a:lnSpc>
                <a:spcPct val="100000"/>
              </a:lnSpc>
              <a:tabLst>
                <a:tab pos="203581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	("a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value")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5145">
              <a:lnSpc>
                <a:spcPct val="100000"/>
              </a:lnSpc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9545">
              <a:lnSpc>
                <a:spcPct val="100000"/>
              </a:lnSpc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less than b")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5145">
              <a:lnSpc>
                <a:spcPct val="100000"/>
              </a:lnSpc>
              <a:spcBef>
                <a:spcPts val="1565"/>
              </a:spcBef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less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874459"/>
            <a:ext cx="83743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-Example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431" y="1906524"/>
            <a:ext cx="1026985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m1,m2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m3.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sz="2000" spc="-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96202" y="2692350"/>
            <a:ext cx="8413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78600" y="3593681"/>
            <a:ext cx="3067050" cy="1253490"/>
            <a:chOff x="6578600" y="3293833"/>
            <a:chExt cx="3067050" cy="12534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6700" y="3331933"/>
              <a:ext cx="2990469" cy="11772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97650" y="3312883"/>
              <a:ext cx="3028950" cy="1215390"/>
            </a:xfrm>
            <a:custGeom>
              <a:avLst/>
              <a:gdLst/>
              <a:ahLst/>
              <a:cxnLst/>
              <a:rect l="l" t="t" r="r" b="b"/>
              <a:pathLst>
                <a:path w="3028950" h="1215389">
                  <a:moveTo>
                    <a:pt x="0" y="1215301"/>
                  </a:moveTo>
                  <a:lnTo>
                    <a:pt x="3028569" y="1215301"/>
                  </a:lnTo>
                  <a:lnTo>
                    <a:pt x="3028569" y="0"/>
                  </a:lnTo>
                  <a:lnTo>
                    <a:pt x="0" y="0"/>
                  </a:lnTo>
                  <a:lnTo>
                    <a:pt x="0" y="121530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/>
          <p:nvPr/>
        </p:nvSpPr>
        <p:spPr>
          <a:xfrm>
            <a:off x="1847088" y="2661921"/>
            <a:ext cx="3486912" cy="3586479"/>
          </a:xfrm>
          <a:custGeom>
            <a:avLst/>
            <a:gdLst/>
            <a:ahLst/>
            <a:cxnLst/>
            <a:rect l="l" t="t" r="r" b="b"/>
            <a:pathLst>
              <a:path w="3728720" h="3662679">
                <a:moveTo>
                  <a:pt x="0" y="3662553"/>
                </a:moveTo>
                <a:lnTo>
                  <a:pt x="3728212" y="3662553"/>
                </a:lnTo>
                <a:lnTo>
                  <a:pt x="3728212" y="0"/>
                </a:lnTo>
                <a:lnTo>
                  <a:pt x="0" y="0"/>
                </a:lnTo>
                <a:lnTo>
                  <a:pt x="0" y="366255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6082" y="2690749"/>
            <a:ext cx="260350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5643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m1=80  m2=10  m3=10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avg=(m1+m2+m3)/3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avg) </a:t>
            </a:r>
            <a:r>
              <a:rPr sz="16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avg&gt;=75: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print("Result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A")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&gt;=60: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6034" indent="91440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print("Result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B") </a:t>
            </a:r>
            <a:r>
              <a:rPr sz="16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sz="16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&gt;=40: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print("Result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C")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print("Fail")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print("End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program"</a:t>
            </a:r>
            <a:r>
              <a:rPr sz="1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97498" y="3955162"/>
            <a:ext cx="421005" cy="360680"/>
            <a:chOff x="5897498" y="3655314"/>
            <a:chExt cx="421005" cy="360680"/>
          </a:xfrm>
        </p:grpSpPr>
        <p:sp>
          <p:nvSpPr>
            <p:cNvPr id="11" name="object 11"/>
            <p:cNvSpPr/>
            <p:nvPr/>
          </p:nvSpPr>
          <p:spPr>
            <a:xfrm>
              <a:off x="5903848" y="3661664"/>
              <a:ext cx="408305" cy="347980"/>
            </a:xfrm>
            <a:custGeom>
              <a:avLst/>
              <a:gdLst/>
              <a:ahLst/>
              <a:cxnLst/>
              <a:rect l="l" t="t" r="r" b="b"/>
              <a:pathLst>
                <a:path w="408304" h="347979">
                  <a:moveTo>
                    <a:pt x="234187" y="0"/>
                  </a:moveTo>
                  <a:lnTo>
                    <a:pt x="234187" y="86868"/>
                  </a:lnTo>
                  <a:lnTo>
                    <a:pt x="0" y="86868"/>
                  </a:lnTo>
                  <a:lnTo>
                    <a:pt x="0" y="260604"/>
                  </a:lnTo>
                  <a:lnTo>
                    <a:pt x="234187" y="260604"/>
                  </a:lnTo>
                  <a:lnTo>
                    <a:pt x="234187" y="347472"/>
                  </a:lnTo>
                  <a:lnTo>
                    <a:pt x="407924" y="173736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903848" y="3661664"/>
              <a:ext cx="408305" cy="347980"/>
            </a:xfrm>
            <a:custGeom>
              <a:avLst/>
              <a:gdLst/>
              <a:ahLst/>
              <a:cxnLst/>
              <a:rect l="l" t="t" r="r" b="b"/>
              <a:pathLst>
                <a:path w="408304" h="347979">
                  <a:moveTo>
                    <a:pt x="0" y="86868"/>
                  </a:moveTo>
                  <a:lnTo>
                    <a:pt x="234187" y="86868"/>
                  </a:lnTo>
                  <a:lnTo>
                    <a:pt x="234187" y="0"/>
                  </a:lnTo>
                  <a:lnTo>
                    <a:pt x="407924" y="173736"/>
                  </a:lnTo>
                  <a:lnTo>
                    <a:pt x="234187" y="347472"/>
                  </a:lnTo>
                  <a:lnTo>
                    <a:pt x="234187" y="260604"/>
                  </a:lnTo>
                  <a:lnTo>
                    <a:pt x="0" y="260604"/>
                  </a:lnTo>
                  <a:lnTo>
                    <a:pt x="0" y="8686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815196"/>
            <a:ext cx="89071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Exercises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38100" algn="just">
                <a:lnSpc>
                  <a:spcPct val="100000"/>
                </a:lnSpc>
                <a:spcBef>
                  <a:spcPts val="245"/>
                </a:spcBef>
              </a:pPr>
              <a:t>9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431" y="1828800"/>
            <a:ext cx="10245725" cy="394659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69900" marR="837565" indent="-457834" algn="just">
              <a:lnSpc>
                <a:spcPct val="150000"/>
              </a:lnSpc>
              <a:spcBef>
                <a:spcPts val="535"/>
              </a:spcBef>
              <a:buClr>
                <a:srgbClr val="00B050"/>
              </a:buClr>
              <a:buAutoNum type="arabicParenR"/>
              <a:tabLst>
                <a:tab pos="470534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numbers.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sz="2800" spc="-8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“pass”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“fail”.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834" algn="just">
              <a:lnSpc>
                <a:spcPct val="150000"/>
              </a:lnSpc>
              <a:buClr>
                <a:srgbClr val="00B050"/>
              </a:buClr>
              <a:buAutoNum type="arabicParenR"/>
              <a:tabLst>
                <a:tab pos="470534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“well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done” </a:t>
            </a:r>
            <a:r>
              <a:rPr sz="2800" spc="-8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“repeat”.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1043305" indent="-457834" algn="just">
              <a:lnSpc>
                <a:spcPct val="150000"/>
              </a:lnSpc>
              <a:buClr>
                <a:srgbClr val="00B050"/>
              </a:buClr>
              <a:buAutoNum type="arabicParenR"/>
              <a:tabLst>
                <a:tab pos="470534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numbers.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8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“greater”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“less”.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381000" y="762000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085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693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Times New Roman</vt:lpstr>
      <vt:lpstr>Wingdings</vt:lpstr>
      <vt:lpstr>Retrospect</vt:lpstr>
      <vt:lpstr>ADVANCED PROGRAMMING-ITIC 2223</vt:lpstr>
      <vt:lpstr>What is a Conditional Statement?</vt:lpstr>
      <vt:lpstr>IF/ELSE Statements</vt:lpstr>
      <vt:lpstr>IF/ELSE Statements</vt:lpstr>
      <vt:lpstr>Conditional Statements -Example</vt:lpstr>
      <vt:lpstr>IF/ELIF/ELSE Statements</vt:lpstr>
      <vt:lpstr>IF/ELIF/ELSE Statements</vt:lpstr>
      <vt:lpstr>Conditional Statements -Example</vt:lpstr>
      <vt:lpstr>Conditional Statements – Exercises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4</cp:revision>
  <dcterms:created xsi:type="dcterms:W3CDTF">2024-07-10T09:57:54Z</dcterms:created>
  <dcterms:modified xsi:type="dcterms:W3CDTF">2025-07-13T03:45:38Z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