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9" r:id="rId1"/>
  </p:sldMasterIdLst>
  <p:sldIdLst>
    <p:sldId id="256" r:id="rId2"/>
    <p:sldId id="315" r:id="rId3"/>
    <p:sldId id="323" r:id="rId4"/>
    <p:sldId id="322" r:id="rId5"/>
    <p:sldId id="316" r:id="rId6"/>
    <p:sldId id="324" r:id="rId7"/>
    <p:sldId id="325" r:id="rId8"/>
    <p:sldId id="317" r:id="rId9"/>
    <p:sldId id="326" r:id="rId10"/>
    <p:sldId id="327" r:id="rId11"/>
    <p:sldId id="328" r:id="rId12"/>
    <p:sldId id="329" r:id="rId13"/>
    <p:sldId id="330" r:id="rId14"/>
    <p:sldId id="320" r:id="rId15"/>
    <p:sldId id="331" r:id="rId16"/>
    <p:sldId id="332" r:id="rId17"/>
    <p:sldId id="275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0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1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2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699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814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546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89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39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68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355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8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-programming-language-tutorial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11- Developing a Chatbot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rgbClr val="0070C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7295" y="1226024"/>
            <a:ext cx="10287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Function to generate responses based on user input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chatbot_response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user_input.lower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</a:t>
            </a:r>
          </a:p>
          <a:p>
            <a:pPr algn="just"/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Convert input to lowercase for consistency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# Predefined responses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"hello": "Hi there! How can I help you today?",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"how are you?": "I'm just a bot, but I'm doing great! How about you?",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"what is your name?": "I am a simple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using Python.",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"bye": "Goodbye! Have a nice day!",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"default": "I'm sorry, I don't understand that. Can you ask something else?"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3585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rgbClr val="0070C0"/>
              </a:buClr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0740" y="1219200"/>
            <a:ext cx="10287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Return response based on input or default if no match found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responses.get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responses["default"])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Chat loop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print("Welcome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Type 'bye' to exit.")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True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input("You: ")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user_input.lower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== "bye":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Goodbye!")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break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response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chatbot_response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:", response)</a:t>
            </a:r>
          </a:p>
        </p:txBody>
      </p:sp>
    </p:spTree>
    <p:extLst>
      <p:ext uri="{BB962C8B-B14F-4D97-AF65-F5344CB8AC3E}">
        <p14:creationId xmlns:p14="http://schemas.microsoft.com/office/powerpoint/2010/main" val="370492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02-Process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 Extract content from the provided URL.</a:t>
            </a:r>
          </a:p>
          <a:p>
            <a:pPr marL="457200" indent="-457200" algn="just">
              <a:lnSpc>
                <a:spcPct val="20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(NLP): Process the user's questions.</a:t>
            </a:r>
          </a:p>
          <a:p>
            <a:pPr marL="457200" indent="-457200" algn="just">
              <a:lnSpc>
                <a:spcPct val="20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Algorithm: Implement a search mechanism to find relevant content.</a:t>
            </a:r>
          </a:p>
          <a:p>
            <a:pPr marL="457200" indent="-457200" algn="just">
              <a:lnSpc>
                <a:spcPct val="20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Generation: Generate responses based on the content retrieved.</a:t>
            </a:r>
          </a:p>
        </p:txBody>
      </p:sp>
    </p:spTree>
    <p:extLst>
      <p:ext uri="{BB962C8B-B14F-4D97-AF65-F5344CB8AC3E}">
        <p14:creationId xmlns:p14="http://schemas.microsoft.com/office/powerpoint/2010/main" val="347989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Required Libraries. 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making HTTP requests to retrieve web pages.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parsing HTML content.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processing text and NLP tasks.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implementing search algorithms.</a:t>
            </a:r>
          </a:p>
        </p:txBody>
      </p:sp>
    </p:spTree>
    <p:extLst>
      <p:ext uri="{BB962C8B-B14F-4D97-AF65-F5344CB8AC3E}">
        <p14:creationId xmlns:p14="http://schemas.microsoft.com/office/powerpoint/2010/main" val="97480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075847"/>
            <a:ext cx="10642956" cy="736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requests beautifulsoup4 </a:t>
            </a:r>
            <a:r>
              <a:rPr lang="en-US" sz="24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  <a:endParaRPr 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requests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bs4 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URL of the </a:t>
            </a:r>
            <a:r>
              <a:rPr lang="en-US" sz="24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Programming Language Tutorial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"https://www.geeksforgeeks.org/python-programming-language-tutorial/"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Send a GET request to the URL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requests.get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76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610136"/>
            <a:ext cx="1064295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Parse the HTML content using </a:t>
            </a:r>
            <a:r>
              <a:rPr lang="en-US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endParaRPr lang="en-US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soup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html.parser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Extract the relevant text content from the page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soup.get_text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Print the first 1000 characters to see what we have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print(content[:1000])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0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 Content from the Web  Page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https://www.geeksforgeeks.org/python-programming-language-tutorial/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03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91844" y="3048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7724" y="896033"/>
            <a:ext cx="846727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  <a:endParaRPr lang="en-US" sz="2400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nltk.corpus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nltk.tokenize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word_tokenize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nltk.download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nltk.download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Tokenize the content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word_tokenize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content.lower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12383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90600" y="609600"/>
            <a:ext cx="10668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Remove </a:t>
            </a:r>
            <a:r>
              <a:rPr lang="en-US" sz="24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endParaRPr lang="en-US" sz="2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filtered_tokens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[word for word in tokens if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word.isalnum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word not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stopwords.words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')]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Join the tokens back into a string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processed_content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 '.join(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filtered_tokens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processed_content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[:1000])</a:t>
            </a:r>
          </a:p>
        </p:txBody>
      </p:sp>
    </p:spTree>
    <p:extLst>
      <p:ext uri="{BB962C8B-B14F-4D97-AF65-F5344CB8AC3E}">
        <p14:creationId xmlns:p14="http://schemas.microsoft.com/office/powerpoint/2010/main" val="167698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the Text Content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1087295" y="2667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endParaRPr 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1844" y="3505200"/>
            <a:ext cx="10642956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Search Function</a:t>
            </a:r>
          </a:p>
        </p:txBody>
      </p:sp>
    </p:spTree>
    <p:extLst>
      <p:ext uri="{BB962C8B-B14F-4D97-AF65-F5344CB8AC3E}">
        <p14:creationId xmlns:p14="http://schemas.microsoft.com/office/powerpoint/2010/main" val="79662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292514"/>
            <a:ext cx="87936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3-4: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987084"/>
            <a:ext cx="1064295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sklearn.feature_extraction.text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sklearn.metrics.pairwise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cosine_similarity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Store the paragraphs as separate documents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content.split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('\n\n')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4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</a:t>
            </a:r>
            <a:r>
              <a:rPr lang="en-US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paragraphs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fit_transform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(paragraphs)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vectorizer.toarray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265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228600"/>
            <a:ext cx="1064295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chatbot_response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Vectorize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user input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user_vector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vectorizer.transform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toarray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Compute cosine similarities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cosine_similarities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cosine_similarity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user_vector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vectors)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# Get the paragraph with the highest similarity score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most_similar_index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cosine_similarities.argmax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paragraphs[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most_similar_index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Test the </a:t>
            </a:r>
            <a:r>
              <a:rPr lang="en-US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endParaRPr lang="en-US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chatbot_response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("What is Python?"))</a:t>
            </a:r>
          </a:p>
        </p:txBody>
      </p:sp>
    </p:spTree>
    <p:extLst>
      <p:ext uri="{BB962C8B-B14F-4D97-AF65-F5344CB8AC3E}">
        <p14:creationId xmlns:p14="http://schemas.microsoft.com/office/powerpoint/2010/main" val="1513041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141064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7295" y="1143000"/>
            <a:ext cx="106429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chat():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print("Hello! Ask me anything about Python programming.")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input("You: ")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user_input.lower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in ['exit', 'quit', 'bye']: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Goodbye!")</a:t>
            </a:r>
          </a:p>
        </p:txBody>
      </p:sp>
    </p:spTree>
    <p:extLst>
      <p:ext uri="{BB962C8B-B14F-4D97-AF65-F5344CB8AC3E}">
        <p14:creationId xmlns:p14="http://schemas.microsoft.com/office/powerpoint/2010/main" val="1081045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7295" y="381000"/>
            <a:ext cx="8793684" cy="6630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1844" y="1219200"/>
            <a:ext cx="106429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response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chatbot_response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f"Chatbot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{response}")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Start the chat</a:t>
            </a:r>
          </a:p>
          <a:p>
            <a:pPr algn="just">
              <a:lnSpc>
                <a:spcPct val="200000"/>
              </a:lnSpc>
              <a:buClr>
                <a:srgbClr val="0070C0"/>
              </a:buClr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chat()</a:t>
            </a:r>
          </a:p>
        </p:txBody>
      </p:sp>
    </p:spTree>
    <p:extLst>
      <p:ext uri="{BB962C8B-B14F-4D97-AF65-F5344CB8AC3E}">
        <p14:creationId xmlns:p14="http://schemas.microsoft.com/office/powerpoint/2010/main" val="91907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277460" y="787782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169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1109</TotalTime>
  <Words>855</Words>
  <Application>Microsoft Office PowerPoint</Application>
  <PresentationFormat>Widescreen</PresentationFormat>
  <Paragraphs>117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Times New Roman</vt:lpstr>
      <vt:lpstr>Retrospect</vt:lpstr>
      <vt:lpstr>ADVANCED PROGRAMMING-ITIC 2223</vt:lpstr>
      <vt:lpstr>Sample 01</vt:lpstr>
      <vt:lpstr>Part II</vt:lpstr>
      <vt:lpstr>Sample 02-Process</vt:lpstr>
      <vt:lpstr>Step 1: </vt:lpstr>
      <vt:lpstr>Step 1: </vt:lpstr>
      <vt:lpstr>PowerPoint Presentation</vt:lpstr>
      <vt:lpstr>Step 2: </vt:lpstr>
      <vt:lpstr>Step 2: </vt:lpstr>
      <vt:lpstr>PowerPoint Presentation</vt:lpstr>
      <vt:lpstr>Step 3: </vt:lpstr>
      <vt:lpstr>Step 3-4: </vt:lpstr>
      <vt:lpstr>PowerPoint Presentation</vt:lpstr>
      <vt:lpstr>Step 5: </vt:lpstr>
      <vt:lpstr>Step 5: </vt:lpstr>
      <vt:lpstr>Step 5: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46</cp:revision>
  <dcterms:created xsi:type="dcterms:W3CDTF">2024-07-10T10:05:28Z</dcterms:created>
  <dcterms:modified xsi:type="dcterms:W3CDTF">2025-07-13T03:43:30Z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