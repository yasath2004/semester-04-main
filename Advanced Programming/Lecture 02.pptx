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90" r:id="rId1"/>
  </p:sldMasterIdLst>
  <p:sldIdLst>
    <p:sldId id="256" r:id="rId2"/>
    <p:sldId id="257" r:id="rId3"/>
    <p:sldId id="272" r:id="rId4"/>
    <p:sldId id="259" r:id="rId5"/>
    <p:sldId id="260" r:id="rId6"/>
    <p:sldId id="273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74" r:id="rId15"/>
    <p:sldId id="269" r:id="rId16"/>
  </p:sldIdLst>
  <p:sldSz cx="12192000" cy="6858000"/>
  <p:notesSz cx="12192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7" d="100"/>
          <a:sy n="67" d="100"/>
        </p:scale>
        <p:origin x="834" y="60"/>
      </p:cViewPr>
      <p:guideLst>
        <p:guide orient="horz" pos="2880"/>
        <p:guide pos="216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3_2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191568C-3CC1-4CE6-9E8D-0C8E2DDE5318}" type="doc">
      <dgm:prSet loTypeId="urn:microsoft.com/office/officeart/2005/8/layout/cycle6" loCatId="cycle" qsTypeId="urn:microsoft.com/office/officeart/2005/8/quickstyle/simple1" qsCatId="simple" csTypeId="urn:microsoft.com/office/officeart/2005/8/colors/accent3_2" csCatId="accent3" phldr="1"/>
      <dgm:spPr/>
      <dgm:t>
        <a:bodyPr/>
        <a:lstStyle/>
        <a:p>
          <a:endParaRPr lang="en-AU"/>
        </a:p>
      </dgm:t>
    </dgm:pt>
    <dgm:pt modelId="{12267C34-70A5-4090-A4AA-F3E28804DB6E}">
      <dgm:prSet phldrT="[Text]"/>
      <dgm:spPr/>
      <dgm:t>
        <a:bodyPr/>
        <a:lstStyle/>
        <a:p>
          <a:r>
            <a:rPr lang="en-US" b="1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Numbers</a:t>
          </a:r>
          <a:endParaRPr lang="en-AU" b="1" dirty="0">
            <a:solidFill>
              <a:srgbClr val="FFFF00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EAF5ADAC-B7F9-4240-B049-F3E098C1EB96}" type="parTrans" cxnId="{121D2832-D0AC-4143-A7B2-A0701887094F}">
      <dgm:prSet/>
      <dgm:spPr/>
      <dgm:t>
        <a:bodyPr/>
        <a:lstStyle/>
        <a:p>
          <a:endParaRPr lang="en-AU"/>
        </a:p>
      </dgm:t>
    </dgm:pt>
    <dgm:pt modelId="{8C518A9B-9D37-43DC-84E0-066760CCF871}" type="sibTrans" cxnId="{121D2832-D0AC-4143-A7B2-A0701887094F}">
      <dgm:prSet/>
      <dgm:spPr/>
      <dgm:t>
        <a:bodyPr/>
        <a:lstStyle/>
        <a:p>
          <a:endParaRPr lang="en-AU" b="1">
            <a:solidFill>
              <a:srgbClr val="FFFF00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28DE3171-39C4-45BC-8353-EFBF6577A427}">
      <dgm:prSet phldrT="[Text]"/>
      <dgm:spPr/>
      <dgm:t>
        <a:bodyPr/>
        <a:lstStyle/>
        <a:p>
          <a:r>
            <a:rPr lang="en-US" b="1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String</a:t>
          </a:r>
          <a:endParaRPr lang="en-AU" b="1" dirty="0">
            <a:solidFill>
              <a:srgbClr val="FFFF00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F5918864-9637-4CFD-AB00-227C23C6AA2F}" type="parTrans" cxnId="{E6BB1C39-B328-4927-8C56-FD6E23077AEE}">
      <dgm:prSet/>
      <dgm:spPr/>
      <dgm:t>
        <a:bodyPr/>
        <a:lstStyle/>
        <a:p>
          <a:endParaRPr lang="en-AU"/>
        </a:p>
      </dgm:t>
    </dgm:pt>
    <dgm:pt modelId="{FE4ABD6F-3509-49F4-9DA6-C7B8FB279CFB}" type="sibTrans" cxnId="{E6BB1C39-B328-4927-8C56-FD6E23077AEE}">
      <dgm:prSet/>
      <dgm:spPr/>
      <dgm:t>
        <a:bodyPr/>
        <a:lstStyle/>
        <a:p>
          <a:endParaRPr lang="en-AU" b="1">
            <a:solidFill>
              <a:srgbClr val="FFFF00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9CB417FB-D9F1-4B02-8265-1CA32C12416A}">
      <dgm:prSet phldrT="[Text]"/>
      <dgm:spPr/>
      <dgm:t>
        <a:bodyPr/>
        <a:lstStyle/>
        <a:p>
          <a:r>
            <a:rPr lang="en-US" b="1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List</a:t>
          </a:r>
          <a:endParaRPr lang="en-AU" b="1" dirty="0">
            <a:solidFill>
              <a:srgbClr val="FFFF00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06BC52BA-ED9A-456F-9DF3-37B95E98E566}" type="parTrans" cxnId="{FC381F8B-0DA4-41F9-954A-5DC6E9DAF9D5}">
      <dgm:prSet/>
      <dgm:spPr/>
      <dgm:t>
        <a:bodyPr/>
        <a:lstStyle/>
        <a:p>
          <a:endParaRPr lang="en-AU"/>
        </a:p>
      </dgm:t>
    </dgm:pt>
    <dgm:pt modelId="{64B2DE2C-9BB4-4047-8E56-94CB4C629DBE}" type="sibTrans" cxnId="{FC381F8B-0DA4-41F9-954A-5DC6E9DAF9D5}">
      <dgm:prSet/>
      <dgm:spPr/>
      <dgm:t>
        <a:bodyPr/>
        <a:lstStyle/>
        <a:p>
          <a:endParaRPr lang="en-AU" b="1">
            <a:solidFill>
              <a:srgbClr val="FFFF00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A88DBFF6-EF73-40B0-8316-806CCD5F2C47}">
      <dgm:prSet phldrT="[Text]"/>
      <dgm:spPr/>
      <dgm:t>
        <a:bodyPr/>
        <a:lstStyle/>
        <a:p>
          <a:r>
            <a:rPr lang="en-US" b="1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Tuple</a:t>
          </a:r>
          <a:endParaRPr lang="en-AU" b="1" dirty="0">
            <a:solidFill>
              <a:srgbClr val="FFFF00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D0076751-F0D8-4BDF-B2C0-5DF59B09A62C}" type="parTrans" cxnId="{3E54EAA2-D814-4C0E-987E-D3AF8ABD4020}">
      <dgm:prSet/>
      <dgm:spPr/>
      <dgm:t>
        <a:bodyPr/>
        <a:lstStyle/>
        <a:p>
          <a:endParaRPr lang="en-AU"/>
        </a:p>
      </dgm:t>
    </dgm:pt>
    <dgm:pt modelId="{A9C5E01F-D51F-4E94-B55E-50389A68467D}" type="sibTrans" cxnId="{3E54EAA2-D814-4C0E-987E-D3AF8ABD4020}">
      <dgm:prSet/>
      <dgm:spPr/>
      <dgm:t>
        <a:bodyPr/>
        <a:lstStyle/>
        <a:p>
          <a:endParaRPr lang="en-AU" b="1">
            <a:solidFill>
              <a:srgbClr val="FFFF00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C7F73EA8-0CAB-44E2-8482-A78A516DA242}">
      <dgm:prSet phldrT="[Text]"/>
      <dgm:spPr/>
      <dgm:t>
        <a:bodyPr/>
        <a:lstStyle/>
        <a:p>
          <a:r>
            <a:rPr lang="en-US" b="1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Dictionary</a:t>
          </a:r>
          <a:endParaRPr lang="en-AU" b="1" dirty="0">
            <a:solidFill>
              <a:srgbClr val="FFFF00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8A475475-6D1A-4E50-84EF-A06437CFFF30}" type="parTrans" cxnId="{14133F05-3774-4E14-8B33-6290E939D146}">
      <dgm:prSet/>
      <dgm:spPr/>
      <dgm:t>
        <a:bodyPr/>
        <a:lstStyle/>
        <a:p>
          <a:endParaRPr lang="en-AU"/>
        </a:p>
      </dgm:t>
    </dgm:pt>
    <dgm:pt modelId="{4BEFB98A-0290-4841-B57E-A4EE6063BF85}" type="sibTrans" cxnId="{14133F05-3774-4E14-8B33-6290E939D146}">
      <dgm:prSet/>
      <dgm:spPr/>
      <dgm:t>
        <a:bodyPr/>
        <a:lstStyle/>
        <a:p>
          <a:endParaRPr lang="en-AU" b="1">
            <a:solidFill>
              <a:srgbClr val="FFFF00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F9E62542-D363-4CEC-B0B0-9FACD9B7F097}" type="pres">
      <dgm:prSet presAssocID="{8191568C-3CC1-4CE6-9E8D-0C8E2DDE5318}" presName="cycle" presStyleCnt="0">
        <dgm:presLayoutVars>
          <dgm:dir/>
          <dgm:resizeHandles val="exact"/>
        </dgm:presLayoutVars>
      </dgm:prSet>
      <dgm:spPr/>
    </dgm:pt>
    <dgm:pt modelId="{CDD75B10-59ED-43D8-883B-B62C9F45C8F1}" type="pres">
      <dgm:prSet presAssocID="{12267C34-70A5-4090-A4AA-F3E28804DB6E}" presName="node" presStyleLbl="node1" presStyleIdx="0" presStyleCnt="5" custScaleX="108119" custScaleY="113339">
        <dgm:presLayoutVars>
          <dgm:bulletEnabled val="1"/>
        </dgm:presLayoutVars>
      </dgm:prSet>
      <dgm:spPr/>
    </dgm:pt>
    <dgm:pt modelId="{DBE53419-7C14-4447-958F-B7FD053845E0}" type="pres">
      <dgm:prSet presAssocID="{12267C34-70A5-4090-A4AA-F3E28804DB6E}" presName="spNode" presStyleCnt="0"/>
      <dgm:spPr/>
    </dgm:pt>
    <dgm:pt modelId="{034EB2F8-278D-4DCD-B7E1-9C4D4AE406A6}" type="pres">
      <dgm:prSet presAssocID="{8C518A9B-9D37-43DC-84E0-066760CCF871}" presName="sibTrans" presStyleLbl="sibTrans1D1" presStyleIdx="0" presStyleCnt="5" custScaleX="935840" custScaleY="1509260"/>
      <dgm:spPr/>
    </dgm:pt>
    <dgm:pt modelId="{8C14BD60-8D2F-4388-BFBA-B10F1AC5BC13}" type="pres">
      <dgm:prSet presAssocID="{28DE3171-39C4-45BC-8353-EFBF6577A427}" presName="node" presStyleLbl="node1" presStyleIdx="1" presStyleCnt="5" custScaleX="108119" custScaleY="113339">
        <dgm:presLayoutVars>
          <dgm:bulletEnabled val="1"/>
        </dgm:presLayoutVars>
      </dgm:prSet>
      <dgm:spPr/>
    </dgm:pt>
    <dgm:pt modelId="{824A6897-9A75-4453-8CBD-931A20C10D6D}" type="pres">
      <dgm:prSet presAssocID="{28DE3171-39C4-45BC-8353-EFBF6577A427}" presName="spNode" presStyleCnt="0"/>
      <dgm:spPr/>
    </dgm:pt>
    <dgm:pt modelId="{E34FA37F-1B7E-4969-A6FC-CF606C8DF7AA}" type="pres">
      <dgm:prSet presAssocID="{FE4ABD6F-3509-49F4-9DA6-C7B8FB279CFB}" presName="sibTrans" presStyleLbl="sibTrans1D1" presStyleIdx="1" presStyleCnt="5" custScaleX="935840" custScaleY="1509260"/>
      <dgm:spPr/>
    </dgm:pt>
    <dgm:pt modelId="{A398E0E0-2E86-4448-8B2E-331BC791783B}" type="pres">
      <dgm:prSet presAssocID="{9CB417FB-D9F1-4B02-8265-1CA32C12416A}" presName="node" presStyleLbl="node1" presStyleIdx="2" presStyleCnt="5" custScaleX="108119" custScaleY="113339">
        <dgm:presLayoutVars>
          <dgm:bulletEnabled val="1"/>
        </dgm:presLayoutVars>
      </dgm:prSet>
      <dgm:spPr/>
    </dgm:pt>
    <dgm:pt modelId="{E6FF5A62-E0E1-4785-A0E4-2ECE1B2535E8}" type="pres">
      <dgm:prSet presAssocID="{9CB417FB-D9F1-4B02-8265-1CA32C12416A}" presName="spNode" presStyleCnt="0"/>
      <dgm:spPr/>
    </dgm:pt>
    <dgm:pt modelId="{3E1673FD-CB77-4800-B15F-5FEB5938548C}" type="pres">
      <dgm:prSet presAssocID="{64B2DE2C-9BB4-4047-8E56-94CB4C629DBE}" presName="sibTrans" presStyleLbl="sibTrans1D1" presStyleIdx="2" presStyleCnt="5" custScaleX="935840" custScaleY="1509260"/>
      <dgm:spPr/>
    </dgm:pt>
    <dgm:pt modelId="{FC862536-3991-42E7-BD95-4A213D0809A9}" type="pres">
      <dgm:prSet presAssocID="{A88DBFF6-EF73-40B0-8316-806CCD5F2C47}" presName="node" presStyleLbl="node1" presStyleIdx="3" presStyleCnt="5" custScaleX="108119" custScaleY="113339">
        <dgm:presLayoutVars>
          <dgm:bulletEnabled val="1"/>
        </dgm:presLayoutVars>
      </dgm:prSet>
      <dgm:spPr/>
    </dgm:pt>
    <dgm:pt modelId="{887E15ED-73D4-4BF0-96F6-E1D71930DF2E}" type="pres">
      <dgm:prSet presAssocID="{A88DBFF6-EF73-40B0-8316-806CCD5F2C47}" presName="spNode" presStyleCnt="0"/>
      <dgm:spPr/>
    </dgm:pt>
    <dgm:pt modelId="{BF6DFBF3-A40F-4D71-A6F5-2255A1735BA1}" type="pres">
      <dgm:prSet presAssocID="{A9C5E01F-D51F-4E94-B55E-50389A68467D}" presName="sibTrans" presStyleLbl="sibTrans1D1" presStyleIdx="3" presStyleCnt="5" custScaleX="935840" custScaleY="1509260"/>
      <dgm:spPr/>
    </dgm:pt>
    <dgm:pt modelId="{C3B28C1C-9075-4BEE-BA6F-E0055BB17743}" type="pres">
      <dgm:prSet presAssocID="{C7F73EA8-0CAB-44E2-8482-A78A516DA242}" presName="node" presStyleLbl="node1" presStyleIdx="4" presStyleCnt="5" custScaleX="108119" custScaleY="113339">
        <dgm:presLayoutVars>
          <dgm:bulletEnabled val="1"/>
        </dgm:presLayoutVars>
      </dgm:prSet>
      <dgm:spPr/>
    </dgm:pt>
    <dgm:pt modelId="{63118FBE-2789-4A88-BF5C-E2C2A1E90508}" type="pres">
      <dgm:prSet presAssocID="{C7F73EA8-0CAB-44E2-8482-A78A516DA242}" presName="spNode" presStyleCnt="0"/>
      <dgm:spPr/>
    </dgm:pt>
    <dgm:pt modelId="{3D7FD934-9B2C-47B6-A0A7-A7F585E97A56}" type="pres">
      <dgm:prSet presAssocID="{4BEFB98A-0290-4841-B57E-A4EE6063BF85}" presName="sibTrans" presStyleLbl="sibTrans1D1" presStyleIdx="4" presStyleCnt="5" custScaleX="935840" custScaleY="1509260"/>
      <dgm:spPr/>
    </dgm:pt>
  </dgm:ptLst>
  <dgm:cxnLst>
    <dgm:cxn modelId="{14133F05-3774-4E14-8B33-6290E939D146}" srcId="{8191568C-3CC1-4CE6-9E8D-0C8E2DDE5318}" destId="{C7F73EA8-0CAB-44E2-8482-A78A516DA242}" srcOrd="4" destOrd="0" parTransId="{8A475475-6D1A-4E50-84EF-A06437CFFF30}" sibTransId="{4BEFB98A-0290-4841-B57E-A4EE6063BF85}"/>
    <dgm:cxn modelId="{6F472E0C-A8A2-45B5-8CC5-774D98A24BA8}" type="presOf" srcId="{A9C5E01F-D51F-4E94-B55E-50389A68467D}" destId="{BF6DFBF3-A40F-4D71-A6F5-2255A1735BA1}" srcOrd="0" destOrd="0" presId="urn:microsoft.com/office/officeart/2005/8/layout/cycle6"/>
    <dgm:cxn modelId="{86407411-6C4F-4553-9CEB-FCA238284A19}" type="presOf" srcId="{A88DBFF6-EF73-40B0-8316-806CCD5F2C47}" destId="{FC862536-3991-42E7-BD95-4A213D0809A9}" srcOrd="0" destOrd="0" presId="urn:microsoft.com/office/officeart/2005/8/layout/cycle6"/>
    <dgm:cxn modelId="{121D2832-D0AC-4143-A7B2-A0701887094F}" srcId="{8191568C-3CC1-4CE6-9E8D-0C8E2DDE5318}" destId="{12267C34-70A5-4090-A4AA-F3E28804DB6E}" srcOrd="0" destOrd="0" parTransId="{EAF5ADAC-B7F9-4240-B049-F3E098C1EB96}" sibTransId="{8C518A9B-9D37-43DC-84E0-066760CCF871}"/>
    <dgm:cxn modelId="{E6BB1C39-B328-4927-8C56-FD6E23077AEE}" srcId="{8191568C-3CC1-4CE6-9E8D-0C8E2DDE5318}" destId="{28DE3171-39C4-45BC-8353-EFBF6577A427}" srcOrd="1" destOrd="0" parTransId="{F5918864-9637-4CFD-AB00-227C23C6AA2F}" sibTransId="{FE4ABD6F-3509-49F4-9DA6-C7B8FB279CFB}"/>
    <dgm:cxn modelId="{FCC4F65F-5759-486F-A379-97E97EAB135B}" type="presOf" srcId="{8191568C-3CC1-4CE6-9E8D-0C8E2DDE5318}" destId="{F9E62542-D363-4CEC-B0B0-9FACD9B7F097}" srcOrd="0" destOrd="0" presId="urn:microsoft.com/office/officeart/2005/8/layout/cycle6"/>
    <dgm:cxn modelId="{F5D5C864-F6FA-49A4-AFF8-96219F329485}" type="presOf" srcId="{FE4ABD6F-3509-49F4-9DA6-C7B8FB279CFB}" destId="{E34FA37F-1B7E-4969-A6FC-CF606C8DF7AA}" srcOrd="0" destOrd="0" presId="urn:microsoft.com/office/officeart/2005/8/layout/cycle6"/>
    <dgm:cxn modelId="{20B06258-3B51-4C76-B4DE-E9BF42A18E82}" type="presOf" srcId="{4BEFB98A-0290-4841-B57E-A4EE6063BF85}" destId="{3D7FD934-9B2C-47B6-A0A7-A7F585E97A56}" srcOrd="0" destOrd="0" presId="urn:microsoft.com/office/officeart/2005/8/layout/cycle6"/>
    <dgm:cxn modelId="{E0474F59-0131-4396-B244-51BD0A4CE118}" type="presOf" srcId="{12267C34-70A5-4090-A4AA-F3E28804DB6E}" destId="{CDD75B10-59ED-43D8-883B-B62C9F45C8F1}" srcOrd="0" destOrd="0" presId="urn:microsoft.com/office/officeart/2005/8/layout/cycle6"/>
    <dgm:cxn modelId="{E94D7687-2667-4D38-BD72-7266320D573B}" type="presOf" srcId="{9CB417FB-D9F1-4B02-8265-1CA32C12416A}" destId="{A398E0E0-2E86-4448-8B2E-331BC791783B}" srcOrd="0" destOrd="0" presId="urn:microsoft.com/office/officeart/2005/8/layout/cycle6"/>
    <dgm:cxn modelId="{FC381F8B-0DA4-41F9-954A-5DC6E9DAF9D5}" srcId="{8191568C-3CC1-4CE6-9E8D-0C8E2DDE5318}" destId="{9CB417FB-D9F1-4B02-8265-1CA32C12416A}" srcOrd="2" destOrd="0" parTransId="{06BC52BA-ED9A-456F-9DF3-37B95E98E566}" sibTransId="{64B2DE2C-9BB4-4047-8E56-94CB4C629DBE}"/>
    <dgm:cxn modelId="{3E54EAA2-D814-4C0E-987E-D3AF8ABD4020}" srcId="{8191568C-3CC1-4CE6-9E8D-0C8E2DDE5318}" destId="{A88DBFF6-EF73-40B0-8316-806CCD5F2C47}" srcOrd="3" destOrd="0" parTransId="{D0076751-F0D8-4BDF-B2C0-5DF59B09A62C}" sibTransId="{A9C5E01F-D51F-4E94-B55E-50389A68467D}"/>
    <dgm:cxn modelId="{7DDC1FB7-6E3F-4DD2-9831-F77ABC0EAEB2}" type="presOf" srcId="{C7F73EA8-0CAB-44E2-8482-A78A516DA242}" destId="{C3B28C1C-9075-4BEE-BA6F-E0055BB17743}" srcOrd="0" destOrd="0" presId="urn:microsoft.com/office/officeart/2005/8/layout/cycle6"/>
    <dgm:cxn modelId="{8EBDDBCD-C339-4453-8FB7-408F0E7D71AE}" type="presOf" srcId="{8C518A9B-9D37-43DC-84E0-066760CCF871}" destId="{034EB2F8-278D-4DCD-B7E1-9C4D4AE406A6}" srcOrd="0" destOrd="0" presId="urn:microsoft.com/office/officeart/2005/8/layout/cycle6"/>
    <dgm:cxn modelId="{BE775FE2-AFA2-43E2-831A-FE19CBF76D68}" type="presOf" srcId="{64B2DE2C-9BB4-4047-8E56-94CB4C629DBE}" destId="{3E1673FD-CB77-4800-B15F-5FEB5938548C}" srcOrd="0" destOrd="0" presId="urn:microsoft.com/office/officeart/2005/8/layout/cycle6"/>
    <dgm:cxn modelId="{34F314FB-D284-4D5D-8124-74A58D750480}" type="presOf" srcId="{28DE3171-39C4-45BC-8353-EFBF6577A427}" destId="{8C14BD60-8D2F-4388-BFBA-B10F1AC5BC13}" srcOrd="0" destOrd="0" presId="urn:microsoft.com/office/officeart/2005/8/layout/cycle6"/>
    <dgm:cxn modelId="{C1BBA038-6EF0-4049-9309-B43D636F95CC}" type="presParOf" srcId="{F9E62542-D363-4CEC-B0B0-9FACD9B7F097}" destId="{CDD75B10-59ED-43D8-883B-B62C9F45C8F1}" srcOrd="0" destOrd="0" presId="urn:microsoft.com/office/officeart/2005/8/layout/cycle6"/>
    <dgm:cxn modelId="{D4AD77D1-45CA-4320-B015-59D4EC39F14B}" type="presParOf" srcId="{F9E62542-D363-4CEC-B0B0-9FACD9B7F097}" destId="{DBE53419-7C14-4447-958F-B7FD053845E0}" srcOrd="1" destOrd="0" presId="urn:microsoft.com/office/officeart/2005/8/layout/cycle6"/>
    <dgm:cxn modelId="{355F907F-B414-493E-9EF5-5E75C5641289}" type="presParOf" srcId="{F9E62542-D363-4CEC-B0B0-9FACD9B7F097}" destId="{034EB2F8-278D-4DCD-B7E1-9C4D4AE406A6}" srcOrd="2" destOrd="0" presId="urn:microsoft.com/office/officeart/2005/8/layout/cycle6"/>
    <dgm:cxn modelId="{004EE5BB-92DE-431D-9F4D-75745507BF40}" type="presParOf" srcId="{F9E62542-D363-4CEC-B0B0-9FACD9B7F097}" destId="{8C14BD60-8D2F-4388-BFBA-B10F1AC5BC13}" srcOrd="3" destOrd="0" presId="urn:microsoft.com/office/officeart/2005/8/layout/cycle6"/>
    <dgm:cxn modelId="{4A5B89EB-E56E-4956-AFA1-97C471D21404}" type="presParOf" srcId="{F9E62542-D363-4CEC-B0B0-9FACD9B7F097}" destId="{824A6897-9A75-4453-8CBD-931A20C10D6D}" srcOrd="4" destOrd="0" presId="urn:microsoft.com/office/officeart/2005/8/layout/cycle6"/>
    <dgm:cxn modelId="{E23669CB-6AB2-446E-97A5-4244B088447B}" type="presParOf" srcId="{F9E62542-D363-4CEC-B0B0-9FACD9B7F097}" destId="{E34FA37F-1B7E-4969-A6FC-CF606C8DF7AA}" srcOrd="5" destOrd="0" presId="urn:microsoft.com/office/officeart/2005/8/layout/cycle6"/>
    <dgm:cxn modelId="{B57D8556-15C5-44BE-BF25-8DE1884AEFA7}" type="presParOf" srcId="{F9E62542-D363-4CEC-B0B0-9FACD9B7F097}" destId="{A398E0E0-2E86-4448-8B2E-331BC791783B}" srcOrd="6" destOrd="0" presId="urn:microsoft.com/office/officeart/2005/8/layout/cycle6"/>
    <dgm:cxn modelId="{B5BA03B8-8116-483C-9863-EB73D5444F36}" type="presParOf" srcId="{F9E62542-D363-4CEC-B0B0-9FACD9B7F097}" destId="{E6FF5A62-E0E1-4785-A0E4-2ECE1B2535E8}" srcOrd="7" destOrd="0" presId="urn:microsoft.com/office/officeart/2005/8/layout/cycle6"/>
    <dgm:cxn modelId="{07D9995D-8CB2-430A-BB8C-7D000BFBA6B2}" type="presParOf" srcId="{F9E62542-D363-4CEC-B0B0-9FACD9B7F097}" destId="{3E1673FD-CB77-4800-B15F-5FEB5938548C}" srcOrd="8" destOrd="0" presId="urn:microsoft.com/office/officeart/2005/8/layout/cycle6"/>
    <dgm:cxn modelId="{80785596-9AB7-4345-99C3-3D4A8862D9EE}" type="presParOf" srcId="{F9E62542-D363-4CEC-B0B0-9FACD9B7F097}" destId="{FC862536-3991-42E7-BD95-4A213D0809A9}" srcOrd="9" destOrd="0" presId="urn:microsoft.com/office/officeart/2005/8/layout/cycle6"/>
    <dgm:cxn modelId="{1CD96E53-D43F-435B-BEEB-FAC5C546E43D}" type="presParOf" srcId="{F9E62542-D363-4CEC-B0B0-9FACD9B7F097}" destId="{887E15ED-73D4-4BF0-96F6-E1D71930DF2E}" srcOrd="10" destOrd="0" presId="urn:microsoft.com/office/officeart/2005/8/layout/cycle6"/>
    <dgm:cxn modelId="{04ADEE70-AC14-4B63-800B-319706E2DA21}" type="presParOf" srcId="{F9E62542-D363-4CEC-B0B0-9FACD9B7F097}" destId="{BF6DFBF3-A40F-4D71-A6F5-2255A1735BA1}" srcOrd="11" destOrd="0" presId="urn:microsoft.com/office/officeart/2005/8/layout/cycle6"/>
    <dgm:cxn modelId="{3172A23E-0238-4ACB-8F64-4CCA5608088A}" type="presParOf" srcId="{F9E62542-D363-4CEC-B0B0-9FACD9B7F097}" destId="{C3B28C1C-9075-4BEE-BA6F-E0055BB17743}" srcOrd="12" destOrd="0" presId="urn:microsoft.com/office/officeart/2005/8/layout/cycle6"/>
    <dgm:cxn modelId="{8DD558EE-0BA3-4882-B9BC-514D06AD5A86}" type="presParOf" srcId="{F9E62542-D363-4CEC-B0B0-9FACD9B7F097}" destId="{63118FBE-2789-4A88-BF5C-E2C2A1E90508}" srcOrd="13" destOrd="0" presId="urn:microsoft.com/office/officeart/2005/8/layout/cycle6"/>
    <dgm:cxn modelId="{502B98AF-94DB-41BF-9784-9330A4771C0A}" type="presParOf" srcId="{F9E62542-D363-4CEC-B0B0-9FACD9B7F097}" destId="{3D7FD934-9B2C-47B6-A0A7-A7F585E97A56}" srcOrd="14" destOrd="0" presId="urn:microsoft.com/office/officeart/2005/8/layout/cycle6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DD75B10-59ED-43D8-883B-B62C9F45C8F1}">
      <dsp:nvSpPr>
        <dsp:cNvPr id="0" name=""/>
        <dsp:cNvSpPr/>
      </dsp:nvSpPr>
      <dsp:spPr>
        <a:xfrm>
          <a:off x="4314994" y="-26794"/>
          <a:ext cx="1428411" cy="973293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Numbers</a:t>
          </a:r>
          <a:endParaRPr lang="en-AU" sz="2000" b="1" kern="1200" dirty="0">
            <a:solidFill>
              <a:srgbClr val="FFFF00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4362506" y="20718"/>
        <a:ext cx="1333387" cy="878269"/>
      </dsp:txXfrm>
    </dsp:sp>
    <dsp:sp modelId="{034EB2F8-278D-4DCD-B7E1-9C4D4AE406A6}">
      <dsp:nvSpPr>
        <dsp:cNvPr id="0" name=""/>
        <dsp:cNvSpPr/>
      </dsp:nvSpPr>
      <dsp:spPr>
        <a:xfrm>
          <a:off x="3313892" y="459852"/>
          <a:ext cx="3430615" cy="3430615"/>
        </a:xfrm>
        <a:custGeom>
          <a:avLst/>
          <a:gdLst/>
          <a:ahLst/>
          <a:cxnLst/>
          <a:rect l="0" t="0" r="0" b="0"/>
          <a:pathLst>
            <a:path>
              <a:moveTo>
                <a:pt x="2437325" y="159360"/>
              </a:moveTo>
              <a:arcTo wR="1715307" hR="1715307" stAng="17693584" swAng="1708137"/>
            </a:path>
          </a:pathLst>
        </a:custGeom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C14BD60-8D2F-4388-BFBA-B10F1AC5BC13}">
      <dsp:nvSpPr>
        <dsp:cNvPr id="0" name=""/>
        <dsp:cNvSpPr/>
      </dsp:nvSpPr>
      <dsp:spPr>
        <a:xfrm>
          <a:off x="5946348" y="1158453"/>
          <a:ext cx="1428411" cy="973293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String</a:t>
          </a:r>
          <a:endParaRPr lang="en-AU" sz="2000" b="1" kern="1200" dirty="0">
            <a:solidFill>
              <a:srgbClr val="FFFF00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5993860" y="1205965"/>
        <a:ext cx="1333387" cy="878269"/>
      </dsp:txXfrm>
    </dsp:sp>
    <dsp:sp modelId="{E34FA37F-1B7E-4969-A6FC-CF606C8DF7AA}">
      <dsp:nvSpPr>
        <dsp:cNvPr id="0" name=""/>
        <dsp:cNvSpPr/>
      </dsp:nvSpPr>
      <dsp:spPr>
        <a:xfrm>
          <a:off x="3313892" y="459852"/>
          <a:ext cx="3430615" cy="3430615"/>
        </a:xfrm>
        <a:custGeom>
          <a:avLst/>
          <a:gdLst/>
          <a:ahLst/>
          <a:cxnLst/>
          <a:rect l="0" t="0" r="0" b="0"/>
          <a:pathLst>
            <a:path>
              <a:moveTo>
                <a:pt x="3430285" y="1681676"/>
              </a:moveTo>
              <a:arcTo wR="1715307" hR="1715307" stAng="21532593" swAng="1949141"/>
            </a:path>
          </a:pathLst>
        </a:custGeom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398E0E0-2E86-4448-8B2E-331BC791783B}">
      <dsp:nvSpPr>
        <dsp:cNvPr id="0" name=""/>
        <dsp:cNvSpPr/>
      </dsp:nvSpPr>
      <dsp:spPr>
        <a:xfrm>
          <a:off x="5323226" y="3076225"/>
          <a:ext cx="1428411" cy="973293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List</a:t>
          </a:r>
          <a:endParaRPr lang="en-AU" sz="2000" b="1" kern="1200" dirty="0">
            <a:solidFill>
              <a:srgbClr val="FFFF00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5370738" y="3123737"/>
        <a:ext cx="1333387" cy="878269"/>
      </dsp:txXfrm>
    </dsp:sp>
    <dsp:sp modelId="{3E1673FD-CB77-4800-B15F-5FEB5938548C}">
      <dsp:nvSpPr>
        <dsp:cNvPr id="0" name=""/>
        <dsp:cNvSpPr/>
      </dsp:nvSpPr>
      <dsp:spPr>
        <a:xfrm>
          <a:off x="3313892" y="459852"/>
          <a:ext cx="3430615" cy="3430615"/>
        </a:xfrm>
        <a:custGeom>
          <a:avLst/>
          <a:gdLst/>
          <a:ahLst/>
          <a:cxnLst/>
          <a:rect l="0" t="0" r="0" b="0"/>
          <a:pathLst>
            <a:path>
              <a:moveTo>
                <a:pt x="2003539" y="3406225"/>
              </a:moveTo>
              <a:arcTo wR="1715307" hR="1715307" stAng="4819585" swAng="1160830"/>
            </a:path>
          </a:pathLst>
        </a:custGeom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C862536-3991-42E7-BD95-4A213D0809A9}">
      <dsp:nvSpPr>
        <dsp:cNvPr id="0" name=""/>
        <dsp:cNvSpPr/>
      </dsp:nvSpPr>
      <dsp:spPr>
        <a:xfrm>
          <a:off x="3306761" y="3076225"/>
          <a:ext cx="1428411" cy="973293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Tuple</a:t>
          </a:r>
          <a:endParaRPr lang="en-AU" sz="2000" b="1" kern="1200" dirty="0">
            <a:solidFill>
              <a:srgbClr val="FFFF00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3354273" y="3123737"/>
        <a:ext cx="1333387" cy="878269"/>
      </dsp:txXfrm>
    </dsp:sp>
    <dsp:sp modelId="{BF6DFBF3-A40F-4D71-A6F5-2255A1735BA1}">
      <dsp:nvSpPr>
        <dsp:cNvPr id="0" name=""/>
        <dsp:cNvSpPr/>
      </dsp:nvSpPr>
      <dsp:spPr>
        <a:xfrm>
          <a:off x="3313892" y="459852"/>
          <a:ext cx="3430615" cy="3430615"/>
        </a:xfrm>
        <a:custGeom>
          <a:avLst/>
          <a:gdLst/>
          <a:ahLst/>
          <a:cxnLst/>
          <a:rect l="0" t="0" r="0" b="0"/>
          <a:pathLst>
            <a:path>
              <a:moveTo>
                <a:pt x="250616" y="2608034"/>
              </a:moveTo>
              <a:arcTo wR="1715307" hR="1715307" stAng="8918266" swAng="1949141"/>
            </a:path>
          </a:pathLst>
        </a:custGeom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3B28C1C-9075-4BEE-BA6F-E0055BB17743}">
      <dsp:nvSpPr>
        <dsp:cNvPr id="0" name=""/>
        <dsp:cNvSpPr/>
      </dsp:nvSpPr>
      <dsp:spPr>
        <a:xfrm>
          <a:off x="2683640" y="1158453"/>
          <a:ext cx="1428411" cy="973293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Dictionary</a:t>
          </a:r>
          <a:endParaRPr lang="en-AU" sz="2000" b="1" kern="1200" dirty="0">
            <a:solidFill>
              <a:srgbClr val="FFFF00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2731152" y="1205965"/>
        <a:ext cx="1333387" cy="878269"/>
      </dsp:txXfrm>
    </dsp:sp>
    <dsp:sp modelId="{3D7FD934-9B2C-47B6-A0A7-A7F585E97A56}">
      <dsp:nvSpPr>
        <dsp:cNvPr id="0" name=""/>
        <dsp:cNvSpPr/>
      </dsp:nvSpPr>
      <dsp:spPr>
        <a:xfrm>
          <a:off x="3313892" y="459852"/>
          <a:ext cx="3430615" cy="3430615"/>
        </a:xfrm>
        <a:custGeom>
          <a:avLst/>
          <a:gdLst/>
          <a:ahLst/>
          <a:cxnLst/>
          <a:rect l="0" t="0" r="0" b="0"/>
          <a:pathLst>
            <a:path>
              <a:moveTo>
                <a:pt x="338906" y="691685"/>
              </a:moveTo>
              <a:arcTo wR="1715307" hR="1715307" stAng="12998279" swAng="1708137"/>
            </a:path>
          </a:pathLst>
        </a:custGeom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ycle6">
  <dgm:title val=""/>
  <dgm:desc val=""/>
  <dgm:catLst>
    <dgm:cat type="cycle" pri="4000"/>
    <dgm:cat type="relationship" pri="2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hoose name="Name9">
      <dgm:if name="Name10" func="var" arg="dir" op="equ" val="norm">
        <dgm:constrLst>
          <dgm:constr type="w" for="ch" forName="node" refType="w"/>
          <dgm:constr type="w" for="ch" ptType="sibTrans" refType="w" refFor="ch" refForName="node" op="equ" fact="0.3"/>
          <dgm:constr type="diam" for="ch" ptType="sibTrans" refType="diam" op="equ"/>
          <dgm:constr type="sibSp" refType="w" refFor="ch" refForName="node" op="equ" fact="0.15"/>
          <dgm:constr type="w" for="ch" forName="spNode" refType="sibSp" fact="1.6"/>
          <dgm:constr type="primFontSz" for="ch" forName="node" op="equ" val="65"/>
        </dgm:constrLst>
      </dgm:if>
      <dgm:else name="Name11">
        <dgm:constrLst>
          <dgm:constr type="w" for="ch" forName="node" refType="w"/>
          <dgm:constr type="w" for="ch" ptType="sibTrans" refType="w" refFor="ch" refForName="node" op="equ" fact="0.3"/>
          <dgm:constr type="diam" for="ch" ptType="sibTrans" refType="diam" op="equ" fact="-1"/>
          <dgm:constr type="sibSp" refType="w" refFor="ch" refForName="node" op="equ" fact="0.15"/>
          <dgm:constr type="w" for="ch" forName="spNode" refType="sibSp" fact="1.6"/>
          <dgm:constr type="primFontSz" for="ch" forName="node" op="equ" val="65"/>
        </dgm:constrLst>
      </dgm:else>
    </dgm:choose>
    <dgm:ruleLst/>
    <dgm:forEach name="Name12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/>
        </dgm:shape>
        <dgm:presOf axis="desOrSelf" ptType="node"/>
        <dgm:constrLst>
          <dgm:constr type="h" refType="w" fact="0.65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choose name="Name13">
        <dgm:if name="Name14" axis="par ch" ptType="doc node" func="cnt" op="gt" val="1">
          <dgm:layoutNode name="spNode">
            <dgm:alg type="sp"/>
            <dgm:shape xmlns:r="http://schemas.openxmlformats.org/officeDocument/2006/relationships" r:blip="">
              <dgm:adjLst/>
            </dgm:shape>
            <dgm:presOf/>
            <dgm:constrLst>
              <dgm:constr type="h" refType="w"/>
            </dgm:constrLst>
            <dgm:ruleLst/>
          </dgm:layoutNode>
          <dgm:forEach name="Name15" axis="followSib" ptType="sibTrans" hideLastTrans="0" cnt="1">
            <dgm:layoutNode name="sibTrans">
              <dgm:alg type="conn">
                <dgm:param type="dim" val="1D"/>
                <dgm:param type="connRout" val="curve"/>
                <dgm:param type="begPts" val="radial"/>
                <dgm:param type="endPts" val="radial"/>
                <dgm:param type="endSty" val="noArr"/>
              </dgm:alg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0.65"/>
                <dgm:constr type="connDist"/>
                <dgm:constr type="begPad" refType="connDist" fact="0.01"/>
                <dgm:constr type="endPad" refType="connDist" fact="0.01"/>
              </dgm:constrLst>
              <dgm:ruleLst/>
            </dgm:layoutNode>
          </dgm:forEach>
        </dgm:if>
        <dgm:else name="Name16"/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ct val="100000"/>
              </a:lnSpc>
              <a:spcBef>
                <a:spcPts val="245"/>
              </a:spcBef>
            </a:pPr>
            <a:fld id="{81D60167-4931-47E6-BA6A-407CBD079E47}" type="slidenum">
              <a:rPr lang="en-AU" smtClean="0"/>
              <a:t>‹#›</a:t>
            </a:fld>
            <a:endParaRPr lang="en-AU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22145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ct val="100000"/>
              </a:lnSpc>
              <a:spcBef>
                <a:spcPts val="245"/>
              </a:spcBef>
            </a:pPr>
            <a:fld id="{81D60167-4931-47E6-BA6A-407CBD079E47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518550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ct val="100000"/>
              </a:lnSpc>
              <a:spcBef>
                <a:spcPts val="245"/>
              </a:spcBef>
            </a:pPr>
            <a:fld id="{81D60167-4931-47E6-BA6A-407CBD079E47}" type="slidenum">
              <a:rPr lang="en-AU" smtClean="0"/>
              <a:t>‹#›</a:t>
            </a:fld>
            <a:endParaRPr lang="en-AU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301398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8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ct val="100000"/>
              </a:lnSpc>
              <a:spcBef>
                <a:spcPts val="245"/>
              </a:spcBef>
            </a:pPr>
            <a:fld id="{81D60167-4931-47E6-BA6A-407CBD079E47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0992775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ct val="100000"/>
              </a:lnSpc>
              <a:spcBef>
                <a:spcPts val="245"/>
              </a:spcBef>
            </a:pPr>
            <a:fld id="{81D60167-4931-47E6-BA6A-407CBD079E47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729176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ct val="100000"/>
              </a:lnSpc>
              <a:spcBef>
                <a:spcPts val="245"/>
              </a:spcBef>
            </a:pPr>
            <a:fld id="{81D60167-4931-47E6-BA6A-407CBD079E47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8016548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ct val="100000"/>
              </a:lnSpc>
              <a:spcBef>
                <a:spcPts val="245"/>
              </a:spcBef>
            </a:pPr>
            <a:fld id="{81D60167-4931-47E6-BA6A-407CBD079E47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4624942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1D8BD707-D9CF-40AE-B4C6-C98DA3205C09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marL="38100">
              <a:lnSpc>
                <a:spcPct val="100000"/>
              </a:lnSpc>
              <a:spcBef>
                <a:spcPts val="245"/>
              </a:spcBef>
            </a:pPr>
            <a:fld id="{81D60167-4931-47E6-BA6A-407CBD079E47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9793575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ct val="100000"/>
              </a:lnSpc>
              <a:spcBef>
                <a:spcPts val="245"/>
              </a:spcBef>
            </a:pPr>
            <a:fld id="{81D60167-4931-47E6-BA6A-407CBD079E47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823089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ct val="100000"/>
              </a:lnSpc>
              <a:spcBef>
                <a:spcPts val="245"/>
              </a:spcBef>
            </a:pPr>
            <a:fld id="{81D60167-4931-47E6-BA6A-407CBD079E47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1874980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ct val="100000"/>
              </a:lnSpc>
              <a:spcBef>
                <a:spcPts val="245"/>
              </a:spcBef>
            </a:pPr>
            <a:fld id="{81D60167-4931-47E6-BA6A-407CBD079E47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5925972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pPr marL="38100">
              <a:lnSpc>
                <a:spcPct val="100000"/>
              </a:lnSpc>
              <a:spcBef>
                <a:spcPts val="245"/>
              </a:spcBef>
            </a:pPr>
            <a:fld id="{81D60167-4931-47E6-BA6A-407CBD079E47}" type="slidenum">
              <a:rPr lang="en-AU" smtClean="0"/>
              <a:t>‹#›</a:t>
            </a:fld>
            <a:endParaRPr lang="en-AU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27196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  <p:sldLayoutId id="2147483699" r:id="rId9"/>
    <p:sldLayoutId id="2147483700" r:id="rId10"/>
    <p:sldLayoutId id="2147483701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3111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45"/>
              </a:spcBef>
            </a:pPr>
            <a:fld id="{81D60167-4931-47E6-BA6A-407CBD079E47}" type="slidenum">
              <a:rPr dirty="0"/>
              <a:t>1</a:t>
            </a:fld>
            <a:endParaRPr dirty="0"/>
          </a:p>
        </p:txBody>
      </p:sp>
      <p:sp>
        <p:nvSpPr>
          <p:cNvPr id="2" name="object 2"/>
          <p:cNvSpPr txBox="1">
            <a:spLocks noGrp="1"/>
          </p:cNvSpPr>
          <p:nvPr>
            <p:ph type="ctrTitle" idx="4294967295"/>
          </p:nvPr>
        </p:nvSpPr>
        <p:spPr>
          <a:xfrm>
            <a:off x="1028382" y="1890355"/>
            <a:ext cx="10134600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5"/>
              </a:spcBef>
            </a:pPr>
            <a:r>
              <a:rPr lang="en-AU" sz="4400" spc="5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ADVANCED</a:t>
            </a:r>
            <a:r>
              <a:rPr lang="en-AU" sz="4400" spc="-3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sz="4400" spc="-15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PROGRAMMING-ITIC 2223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400800" y="4648200"/>
            <a:ext cx="5590395" cy="1448473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GB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Ramesh Madhuranga</a:t>
            </a:r>
          </a:p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GB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MPhil.(Reading) (USJP), BICT (Hons) (RUSL), AMCSSL</a:t>
            </a:r>
          </a:p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GB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  of Biosystems Technology</a:t>
            </a:r>
          </a:p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GB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Faculty of Technology</a:t>
            </a:r>
          </a:p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GB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Kotelawala Defence University</a:t>
            </a:r>
          </a:p>
        </p:txBody>
      </p:sp>
      <p:sp>
        <p:nvSpPr>
          <p:cNvPr id="6" name="object 3"/>
          <p:cNvSpPr txBox="1"/>
          <p:nvPr/>
        </p:nvSpPr>
        <p:spPr>
          <a:xfrm>
            <a:off x="2204258" y="2774238"/>
            <a:ext cx="7696200" cy="88678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algn="ctr">
              <a:spcBef>
                <a:spcPts val="95"/>
              </a:spcBef>
            </a:pPr>
            <a:r>
              <a:rPr lang="en-US" sz="2800" b="1" spc="-5" dirty="0">
                <a:solidFill>
                  <a:schemeClr val="accent3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Lecture 02-</a:t>
            </a:r>
            <a:r>
              <a:rPr lang="en-US" sz="2800" b="1" spc="-10" dirty="0">
                <a:solidFill>
                  <a:schemeClr val="accent3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Python</a:t>
            </a:r>
            <a:r>
              <a:rPr lang="en-US" sz="2800" b="1" spc="20" dirty="0">
                <a:solidFill>
                  <a:schemeClr val="accent3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spc="-5" dirty="0">
                <a:solidFill>
                  <a:schemeClr val="accent3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</a:t>
            </a:r>
            <a:r>
              <a:rPr lang="en-US" sz="2800" b="1" dirty="0">
                <a:solidFill>
                  <a:schemeClr val="accent3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spc="-55" dirty="0">
                <a:solidFill>
                  <a:schemeClr val="accent3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Types</a:t>
            </a:r>
            <a:endParaRPr lang="en-US" sz="2800" dirty="0">
              <a:solidFill>
                <a:schemeClr val="accent3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>
              <a:spcBef>
                <a:spcPts val="95"/>
              </a:spcBef>
            </a:pPr>
            <a:endParaRPr lang="en-US" sz="2800" dirty="0">
              <a:solidFill>
                <a:schemeClr val="accent3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97280" y="971632"/>
            <a:ext cx="6217920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202940" algn="l"/>
              </a:tabLst>
            </a:pPr>
            <a:r>
              <a:rPr sz="3600" spc="-5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Pyth</a:t>
            </a:r>
            <a:r>
              <a:rPr sz="3600" spc="-15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sz="36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sz="3600" spc="-2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6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sz="3600" spc="-7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36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</a:t>
            </a:r>
            <a:r>
              <a:rPr lang="en-US" sz="36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</a:t>
            </a:r>
            <a:r>
              <a:rPr sz="36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ypes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idx="1"/>
          </p:nvPr>
        </p:nvSpPr>
        <p:spPr>
          <a:xfrm>
            <a:off x="1097280" y="2057400"/>
            <a:ext cx="10115203" cy="194219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68605" indent="-229235" algn="just">
              <a:lnSpc>
                <a:spcPct val="100000"/>
              </a:lnSpc>
              <a:spcBef>
                <a:spcPts val="105"/>
              </a:spcBef>
              <a:buClr>
                <a:srgbClr val="00B050"/>
              </a:buClr>
              <a:buFont typeface="Wingdings"/>
              <a:buChar char=""/>
              <a:tabLst>
                <a:tab pos="269240" algn="l"/>
              </a:tabLst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Every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value</a:t>
            </a:r>
            <a:r>
              <a:rPr sz="2800" spc="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</a:t>
            </a:r>
            <a:r>
              <a:rPr sz="2800" spc="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</a:t>
            </a:r>
            <a:r>
              <a:rPr sz="2800" spc="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has</a:t>
            </a:r>
            <a:r>
              <a:rPr sz="2800" spc="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2800" spc="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</a:t>
            </a:r>
            <a:r>
              <a:rPr sz="2800" spc="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type.</a:t>
            </a:r>
          </a:p>
          <a:p>
            <a:pPr marL="268605" marR="5080" indent="-229235" algn="just">
              <a:lnSpc>
                <a:spcPct val="100000"/>
              </a:lnSpc>
              <a:buClr>
                <a:srgbClr val="00B050"/>
              </a:buClr>
              <a:buFont typeface="Wingdings"/>
              <a:buChar char=""/>
              <a:tabLst>
                <a:tab pos="269240" algn="l"/>
              </a:tabLst>
            </a:pP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Since</a:t>
            </a:r>
            <a:r>
              <a:rPr sz="2800" spc="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everything</a:t>
            </a:r>
            <a:r>
              <a:rPr sz="28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sz="2800" spc="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</a:t>
            </a:r>
            <a:r>
              <a:rPr sz="2800" spc="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</a:t>
            </a:r>
            <a:r>
              <a:rPr sz="2800" spc="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</a:t>
            </a:r>
            <a:r>
              <a:rPr sz="2800" spc="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</a:t>
            </a:r>
            <a:r>
              <a:rPr sz="2800" spc="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programming, </a:t>
            </a:r>
            <a:r>
              <a:rPr sz="2800" spc="-8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</a:t>
            </a:r>
            <a:r>
              <a:rPr sz="2800"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types</a:t>
            </a:r>
            <a:r>
              <a:rPr sz="2800"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</a:t>
            </a:r>
            <a:r>
              <a:rPr sz="2800" spc="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classes</a:t>
            </a:r>
            <a:r>
              <a:rPr sz="2800" spc="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sz="2800" spc="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variables</a:t>
            </a:r>
            <a:r>
              <a:rPr sz="2800"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</a:t>
            </a:r>
            <a:r>
              <a:rPr sz="2800" spc="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objects</a:t>
            </a:r>
            <a:r>
              <a:rPr sz="2800" spc="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</a:t>
            </a:r>
            <a:r>
              <a:rPr sz="28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these classes.</a:t>
            </a:r>
          </a:p>
          <a:p>
            <a:pPr marL="268605" indent="-229235" algn="just">
              <a:lnSpc>
                <a:spcPct val="100000"/>
              </a:lnSpc>
              <a:spcBef>
                <a:spcPts val="5"/>
              </a:spcBef>
              <a:buClr>
                <a:srgbClr val="00B050"/>
              </a:buClr>
              <a:buFont typeface="Wingdings"/>
              <a:buChar char=""/>
              <a:tabLst>
                <a:tab pos="269240" algn="l"/>
              </a:tabLst>
            </a:pP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are</a:t>
            </a:r>
            <a:r>
              <a:rPr sz="2800" spc="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various</a:t>
            </a:r>
            <a:r>
              <a:rPr sz="2800" spc="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</a:t>
            </a:r>
            <a:r>
              <a:rPr sz="2800" spc="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types</a:t>
            </a:r>
            <a:r>
              <a:rPr sz="2800"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</a:t>
            </a:r>
            <a:r>
              <a:rPr sz="2800" spc="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Python.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3111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45"/>
              </a:spcBef>
            </a:pPr>
            <a:fld id="{81D60167-4931-47E6-BA6A-407CBD079E47}" type="slidenum">
              <a:rPr dirty="0"/>
              <a:t>2</a:t>
            </a:fld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97280" y="971632"/>
            <a:ext cx="6217920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202940" algn="l"/>
              </a:tabLst>
            </a:pPr>
            <a:r>
              <a:rPr sz="3600" spc="-5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Pyth</a:t>
            </a:r>
            <a:r>
              <a:rPr sz="3600" spc="-15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sz="36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sz="3600" spc="-2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6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sz="3600" spc="-7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36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</a:t>
            </a:r>
            <a:r>
              <a:rPr lang="en-US" sz="36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</a:t>
            </a:r>
            <a:r>
              <a:rPr sz="36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ypes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3111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45"/>
              </a:spcBef>
            </a:pPr>
            <a:fld id="{81D60167-4931-47E6-BA6A-407CBD079E47}" type="slidenum">
              <a:rPr dirty="0"/>
              <a:t>3</a:t>
            </a:fld>
            <a:endParaRPr dirty="0"/>
          </a:p>
        </p:txBody>
      </p:sp>
      <p:graphicFrame>
        <p:nvGraphicFramePr>
          <p:cNvPr id="8" name="Content Placeholder 7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42377497"/>
              </p:ext>
            </p:extLst>
          </p:nvPr>
        </p:nvGraphicFramePr>
        <p:xfrm>
          <a:off x="1097280" y="1981200"/>
          <a:ext cx="10058400" cy="40227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0566314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19001" y="787315"/>
            <a:ext cx="2270760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Numb</a:t>
            </a:r>
            <a:r>
              <a:rPr sz="3600" spc="-15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sz="3600" spc="75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sz="36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3111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45"/>
              </a:spcBef>
            </a:pPr>
            <a:fld id="{81D60167-4931-47E6-BA6A-407CBD079E47}" type="slidenum">
              <a:rPr dirty="0"/>
              <a:t>4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1213314" y="1905000"/>
            <a:ext cx="9560560" cy="323357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indent="-229235" algn="just">
              <a:lnSpc>
                <a:spcPct val="100000"/>
              </a:lnSpc>
              <a:spcBef>
                <a:spcPts val="100"/>
              </a:spcBef>
              <a:buClr>
                <a:srgbClr val="00B050"/>
              </a:buClr>
              <a:buFont typeface="Wingdings"/>
              <a:buChar char=""/>
              <a:tabLst>
                <a:tab pos="241935" algn="l"/>
              </a:tabLst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</a:t>
            </a:r>
            <a:r>
              <a:rPr sz="2800"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supports</a:t>
            </a:r>
            <a:r>
              <a:rPr sz="2800" spc="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integer,</a:t>
            </a:r>
            <a:r>
              <a:rPr sz="2800" spc="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float</a:t>
            </a:r>
            <a:r>
              <a:rPr sz="2800" spc="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sz="2800" spc="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complex</a:t>
            </a:r>
            <a:r>
              <a:rPr sz="2800" spc="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classes.</a:t>
            </a:r>
            <a:endParaRPr lang="en-US" sz="2800" spc="-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065" algn="just">
              <a:lnSpc>
                <a:spcPct val="100000"/>
              </a:lnSpc>
              <a:spcBef>
                <a:spcPts val="100"/>
              </a:spcBef>
              <a:buClr>
                <a:srgbClr val="00B050"/>
              </a:buClr>
              <a:tabLst>
                <a:tab pos="241935" algn="l"/>
              </a:tabLst>
            </a:pP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41935" marR="4488180" indent="-241935" algn="just">
              <a:lnSpc>
                <a:spcPct val="117700"/>
              </a:lnSpc>
              <a:buClr>
                <a:srgbClr val="00B050"/>
              </a:buClr>
              <a:buFont typeface="Wingdings"/>
              <a:buChar char=""/>
              <a:tabLst>
                <a:tab pos="241935" algn="l"/>
              </a:tabLst>
            </a:pP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Integers</a:t>
            </a:r>
            <a:r>
              <a:rPr sz="2800" spc="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</a:t>
            </a:r>
            <a:r>
              <a:rPr sz="2800" spc="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whole</a:t>
            </a:r>
            <a:r>
              <a:rPr sz="28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numbers.</a:t>
            </a:r>
            <a:endParaRPr lang="en-US" sz="2800" spc="-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4488180" algn="just">
              <a:lnSpc>
                <a:spcPct val="117700"/>
              </a:lnSpc>
              <a:buClr>
                <a:srgbClr val="00B050"/>
              </a:buClr>
              <a:tabLst>
                <a:tab pos="241935" algn="l"/>
              </a:tabLst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ex: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5,100</a:t>
            </a:r>
            <a:endParaRPr lang="en-US" sz="2800" spc="-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4488180" algn="just">
              <a:lnSpc>
                <a:spcPct val="117700"/>
              </a:lnSpc>
              <a:buClr>
                <a:srgbClr val="00B050"/>
              </a:buClr>
              <a:tabLst>
                <a:tab pos="241935" algn="l"/>
              </a:tabLst>
            </a:pP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41300" marR="5080" indent="-229235" algn="just">
              <a:lnSpc>
                <a:spcPts val="3240"/>
              </a:lnSpc>
              <a:buClr>
                <a:srgbClr val="00B050"/>
              </a:buClr>
              <a:buFont typeface="Wingdings"/>
              <a:buChar char=""/>
              <a:tabLst>
                <a:tab pos="241935" algn="l"/>
              </a:tabLst>
            </a:pP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Floating points</a:t>
            </a:r>
            <a:r>
              <a:rPr sz="2800" spc="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</a:t>
            </a:r>
            <a:r>
              <a:rPr sz="2800" spc="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shown</a:t>
            </a:r>
            <a:r>
              <a:rPr sz="2800" spc="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</a:t>
            </a:r>
            <a:r>
              <a:rPr sz="2800" spc="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2800" spc="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presence</a:t>
            </a:r>
            <a:r>
              <a:rPr sz="2800" spc="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sz="2800" spc="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2800" spc="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decimal </a:t>
            </a:r>
            <a:r>
              <a:rPr sz="2800" spc="-78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point.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065" marR="5080" algn="just">
              <a:lnSpc>
                <a:spcPts val="3240"/>
              </a:lnSpc>
              <a:buClr>
                <a:srgbClr val="00B050"/>
              </a:buClr>
              <a:tabLst>
                <a:tab pos="241935" algn="l"/>
              </a:tabLst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ex:</a:t>
            </a:r>
            <a:r>
              <a:rPr sz="28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5.0,6.4</a:t>
            </a: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95400" y="865462"/>
            <a:ext cx="1804035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5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Strings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3111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45"/>
              </a:spcBef>
            </a:pPr>
            <a:fld id="{81D60167-4931-47E6-BA6A-407CBD079E47}" type="slidenum">
              <a:rPr dirty="0"/>
              <a:t>5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1214350" y="2003941"/>
            <a:ext cx="9342120" cy="2167901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41300" indent="-229235" algn="just">
              <a:lnSpc>
                <a:spcPct val="100000"/>
              </a:lnSpc>
              <a:spcBef>
                <a:spcPts val="105"/>
              </a:spcBef>
              <a:buClr>
                <a:srgbClr val="00B050"/>
              </a:buClr>
              <a:buFont typeface="Wingdings"/>
              <a:buChar char=""/>
              <a:tabLst>
                <a:tab pos="241935" algn="l"/>
              </a:tabLst>
            </a:pP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Strings</a:t>
            </a:r>
            <a:r>
              <a:rPr sz="28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</a:t>
            </a:r>
            <a:r>
              <a:rPr sz="2800"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immutable</a:t>
            </a:r>
            <a:r>
              <a:rPr sz="2800" spc="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sequence of</a:t>
            </a:r>
            <a:r>
              <a:rPr sz="2800" spc="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characters.</a:t>
            </a:r>
          </a:p>
          <a:p>
            <a:pPr algn="just">
              <a:lnSpc>
                <a:spcPct val="100000"/>
              </a:lnSpc>
              <a:spcBef>
                <a:spcPts val="15"/>
              </a:spcBef>
              <a:buClr>
                <a:srgbClr val="00B050"/>
              </a:buClr>
              <a:buFont typeface="Wingdings"/>
              <a:buChar char=""/>
            </a:pP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41300" indent="-229235" algn="just">
              <a:lnSpc>
                <a:spcPct val="100000"/>
              </a:lnSpc>
              <a:buClr>
                <a:srgbClr val="00B050"/>
              </a:buClr>
              <a:buFont typeface="Wingdings"/>
              <a:buChar char=""/>
              <a:tabLst>
                <a:tab pos="241935" algn="l"/>
              </a:tabLst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</a:t>
            </a:r>
            <a:r>
              <a:rPr sz="28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</a:t>
            </a:r>
            <a:r>
              <a:rPr sz="2800" spc="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</a:t>
            </a:r>
            <a:r>
              <a:rPr sz="2800" spc="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inser</a:t>
            </a:r>
            <a:r>
              <a:rPr sz="28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</a:t>
            </a:r>
            <a:r>
              <a:rPr sz="2800" spc="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ei</a:t>
            </a:r>
            <a:r>
              <a:rPr sz="28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sz="2800" spc="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</a:t>
            </a:r>
            <a:r>
              <a:rPr sz="2800" spc="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sz="2800" spc="25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”</a:t>
            </a:r>
            <a:r>
              <a:rPr sz="2800" spc="4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</a:t>
            </a:r>
            <a:r>
              <a:rPr sz="2800" spc="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545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„</a:t>
            </a:r>
            <a:r>
              <a:rPr sz="2800" spc="3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36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‟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>
              <a:lnSpc>
                <a:spcPct val="100000"/>
              </a:lnSpc>
              <a:spcBef>
                <a:spcPts val="15"/>
              </a:spcBef>
              <a:buClr>
                <a:srgbClr val="00B050"/>
              </a:buClr>
              <a:buFont typeface="Wingdings"/>
              <a:buChar char=""/>
            </a:pP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41300" indent="-229235" algn="just">
              <a:lnSpc>
                <a:spcPct val="100000"/>
              </a:lnSpc>
              <a:spcBef>
                <a:spcPts val="5"/>
              </a:spcBef>
              <a:buClr>
                <a:srgbClr val="00B050"/>
              </a:buClr>
              <a:buFont typeface="Wingdings"/>
              <a:buChar char=""/>
              <a:tabLst>
                <a:tab pos="241935" algn="l"/>
              </a:tabLst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2800" spc="-1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double</a:t>
            </a:r>
            <a:r>
              <a:rPr sz="2800" spc="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quote</a:t>
            </a:r>
            <a:r>
              <a:rPr sz="2800" spc="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(“</a:t>
            </a:r>
            <a:r>
              <a:rPr sz="2800" spc="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”)</a:t>
            </a:r>
            <a:r>
              <a:rPr sz="2800" spc="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</a:t>
            </a:r>
            <a:r>
              <a:rPr sz="2800" spc="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contain</a:t>
            </a:r>
            <a:r>
              <a:rPr sz="2800" spc="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2800" spc="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single</a:t>
            </a:r>
            <a:r>
              <a:rPr sz="2800" spc="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quote</a:t>
            </a:r>
            <a:r>
              <a:rPr sz="2800" spc="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2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(„</a:t>
            </a:r>
            <a:r>
              <a:rPr sz="2800" spc="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1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‟).</a:t>
            </a: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14350" y="4655691"/>
            <a:ext cx="9726802" cy="126305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93638" y="1043525"/>
            <a:ext cx="10287000" cy="51296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ts val="3890"/>
              </a:lnSpc>
              <a:spcBef>
                <a:spcPts val="585"/>
              </a:spcBef>
            </a:pPr>
            <a:r>
              <a:rPr lang="en-US" sz="3600" spc="-5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Printing</a:t>
            </a:r>
            <a:r>
              <a:rPr lang="en-US" sz="3600" spc="-3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3600" spc="-15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spc="5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Character</a:t>
            </a:r>
            <a:r>
              <a:rPr lang="en-US" sz="3600" spc="-5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</a:t>
            </a:r>
            <a:r>
              <a:rPr lang="en-US" sz="3600" spc="-15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spc="-5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Set</a:t>
            </a:r>
            <a:r>
              <a:rPr lang="en-US" sz="3600" spc="-2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en-US" sz="3600" spc="185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spc="1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Characters </a:t>
            </a:r>
            <a:r>
              <a:rPr lang="en-US" sz="3600" spc="-1185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within</a:t>
            </a:r>
            <a:r>
              <a:rPr lang="en-US" sz="3600" spc="-1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3600" spc="-5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String</a:t>
            </a:r>
            <a:endParaRPr lang="en-US" sz="3600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3111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45"/>
              </a:spcBef>
            </a:pPr>
            <a:fld id="{81D60167-4931-47E6-BA6A-407CBD079E47}" type="slidenum">
              <a:rPr dirty="0"/>
              <a:t>6</a:t>
            </a:fld>
            <a:endParaRPr dirty="0"/>
          </a:p>
        </p:txBody>
      </p:sp>
      <p:pic>
        <p:nvPicPr>
          <p:cNvPr id="6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55903" y="1996402"/>
            <a:ext cx="7730108" cy="2046224"/>
          </a:xfrm>
          <a:prstGeom prst="rect">
            <a:avLst/>
          </a:prstGeom>
        </p:spPr>
      </p:pic>
      <p:pic>
        <p:nvPicPr>
          <p:cNvPr id="7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467600" y="4267200"/>
            <a:ext cx="4048125" cy="1657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19855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371600" y="990600"/>
            <a:ext cx="1243965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Lis</a:t>
            </a:r>
            <a:r>
              <a:rPr sz="3600" spc="-15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sz="36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3111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45"/>
              </a:spcBef>
            </a:pPr>
            <a:fld id="{81D60167-4931-47E6-BA6A-407CBD079E47}" type="slidenum">
              <a:rPr dirty="0"/>
              <a:t>7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1163273" y="2057400"/>
            <a:ext cx="9874885" cy="369024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indent="-229235" algn="just">
              <a:lnSpc>
                <a:spcPct val="100000"/>
              </a:lnSpc>
              <a:spcBef>
                <a:spcPts val="100"/>
              </a:spcBef>
              <a:buClr>
                <a:srgbClr val="00B050"/>
              </a:buClr>
              <a:buFont typeface="Wingdings"/>
              <a:buChar char=""/>
              <a:tabLst>
                <a:tab pos="241935" algn="l"/>
              </a:tabLst>
            </a:pP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List</a:t>
            </a:r>
            <a:r>
              <a:rPr sz="2800"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sz="2800" spc="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2800" spc="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frequently</a:t>
            </a:r>
            <a:r>
              <a:rPr sz="2800"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</a:t>
            </a:r>
            <a:r>
              <a:rPr sz="2800" spc="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</a:t>
            </a:r>
            <a:r>
              <a:rPr sz="2800" spc="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type</a:t>
            </a:r>
            <a:r>
              <a:rPr sz="2800" spc="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</a:t>
            </a:r>
            <a:r>
              <a:rPr sz="2800" spc="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Python.</a:t>
            </a:r>
          </a:p>
          <a:p>
            <a:pPr algn="just">
              <a:lnSpc>
                <a:spcPct val="100000"/>
              </a:lnSpc>
              <a:spcBef>
                <a:spcPts val="20"/>
              </a:spcBef>
              <a:buClr>
                <a:srgbClr val="00B050"/>
              </a:buClr>
              <a:buFont typeface="Wingdings"/>
              <a:buChar char=""/>
            </a:pP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41300" marR="5080" indent="-229235" algn="just">
              <a:lnSpc>
                <a:spcPct val="80000"/>
              </a:lnSpc>
              <a:buClr>
                <a:srgbClr val="00B050"/>
              </a:buClr>
              <a:buFont typeface="Wingdings"/>
              <a:buChar char=""/>
              <a:tabLst>
                <a:tab pos="241935" algn="l"/>
              </a:tabLst>
            </a:pP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List</a:t>
            </a:r>
            <a:r>
              <a:rPr sz="2800" spc="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sz="2800" spc="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created</a:t>
            </a:r>
            <a:r>
              <a:rPr sz="2800" spc="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</a:t>
            </a:r>
            <a:r>
              <a:rPr sz="2800" spc="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placing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</a:t>
            </a:r>
            <a:r>
              <a:rPr sz="2800" spc="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2800" spc="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items</a:t>
            </a:r>
            <a:r>
              <a:rPr sz="2800" spc="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(elements)</a:t>
            </a:r>
            <a:r>
              <a:rPr sz="2800" spc="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inside</a:t>
            </a:r>
            <a:r>
              <a:rPr sz="2800" spc="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sz="2800" spc="-78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square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bracket</a:t>
            </a:r>
            <a:r>
              <a:rPr sz="2800" spc="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sz="2800" spc="35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5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sz="2800" spc="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separated</a:t>
            </a:r>
            <a:r>
              <a:rPr sz="2800" spc="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</a:t>
            </a:r>
            <a:r>
              <a:rPr sz="2800" spc="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commas.</a:t>
            </a: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27100" algn="just">
              <a:lnSpc>
                <a:spcPct val="100000"/>
              </a:lnSpc>
              <a:spcBef>
                <a:spcPts val="275"/>
              </a:spcBef>
              <a:buClr>
                <a:srgbClr val="00B050"/>
              </a:buClr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ex:</a:t>
            </a:r>
            <a:r>
              <a:rPr sz="2800" spc="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list1=</a:t>
            </a:r>
            <a:r>
              <a:rPr sz="2800" spc="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sz="2800" spc="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1,</a:t>
            </a:r>
            <a:r>
              <a:rPr sz="2800" spc="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2,</a:t>
            </a:r>
            <a:r>
              <a:rPr sz="2800" spc="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3,</a:t>
            </a:r>
            <a:r>
              <a:rPr sz="2800" spc="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sz="2800" spc="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</a:p>
          <a:p>
            <a:pPr algn="just">
              <a:lnSpc>
                <a:spcPct val="100000"/>
              </a:lnSpc>
              <a:spcBef>
                <a:spcPts val="50"/>
              </a:spcBef>
              <a:buClr>
                <a:srgbClr val="00B050"/>
              </a:buClr>
            </a:pP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41300" marR="866140" indent="-229235" algn="just">
              <a:lnSpc>
                <a:spcPts val="2880"/>
              </a:lnSpc>
              <a:buClr>
                <a:srgbClr val="00B050"/>
              </a:buClr>
              <a:buFont typeface="Wingdings"/>
              <a:buChar char=""/>
              <a:tabLst>
                <a:tab pos="241935" algn="l"/>
              </a:tabLst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</a:t>
            </a:r>
            <a:r>
              <a:rPr sz="2800" spc="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</a:t>
            </a:r>
            <a:r>
              <a:rPr sz="2800" spc="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have</a:t>
            </a:r>
            <a:r>
              <a:rPr sz="2800" spc="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any</a:t>
            </a:r>
            <a:r>
              <a:rPr sz="2800" spc="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number</a:t>
            </a:r>
            <a:r>
              <a:rPr sz="2800"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sz="2800" spc="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items</a:t>
            </a:r>
            <a:r>
              <a:rPr sz="2800" spc="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sz="2800" spc="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they</a:t>
            </a:r>
            <a:r>
              <a:rPr sz="2800" spc="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may</a:t>
            </a:r>
            <a:r>
              <a:rPr sz="2800" spc="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</a:t>
            </a:r>
            <a:r>
              <a:rPr sz="2800" spc="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</a:t>
            </a:r>
            <a:r>
              <a:rPr sz="2800" spc="-78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different</a:t>
            </a:r>
            <a:r>
              <a:rPr sz="28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types</a:t>
            </a:r>
            <a:r>
              <a:rPr sz="2800" spc="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(integer,</a:t>
            </a:r>
            <a:r>
              <a:rPr sz="2800" spc="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float,</a:t>
            </a:r>
            <a:r>
              <a:rPr sz="2800" spc="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string</a:t>
            </a:r>
            <a:r>
              <a:rPr sz="2800" spc="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etc.).</a:t>
            </a: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27100" algn="just">
              <a:lnSpc>
                <a:spcPct val="100000"/>
              </a:lnSpc>
              <a:spcBef>
                <a:spcPts val="305"/>
              </a:spcBef>
              <a:buClr>
                <a:srgbClr val="00B050"/>
              </a:buClr>
            </a:pP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ex:</a:t>
            </a:r>
            <a:r>
              <a:rPr sz="2800" spc="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list2=</a:t>
            </a:r>
            <a:r>
              <a:rPr sz="2800"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sz="2800" spc="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1,</a:t>
            </a:r>
            <a:r>
              <a:rPr sz="2800" spc="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“abc”,</a:t>
            </a:r>
            <a:r>
              <a:rPr sz="2800" spc="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2.6,</a:t>
            </a:r>
            <a:r>
              <a:rPr sz="2800" spc="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spc="-2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'</a:t>
            </a:r>
            <a:r>
              <a:rPr sz="2800" spc="-2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2800" spc="-2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' </a:t>
            </a:r>
            <a:r>
              <a:rPr sz="2800" spc="-2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  <a:r>
              <a:rPr lang="en-US" sz="2800" spc="-2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95400" y="955263"/>
            <a:ext cx="6607809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5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Accessing</a:t>
            </a:r>
            <a:r>
              <a:rPr sz="3600" spc="-2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600" spc="-3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Values</a:t>
            </a:r>
            <a:r>
              <a:rPr sz="3600" spc="-15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600" spc="-5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</a:t>
            </a:r>
            <a:r>
              <a:rPr sz="3600" spc="-2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6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3600" spc="-15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6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List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3111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45"/>
              </a:spcBef>
            </a:pPr>
            <a:fld id="{81D60167-4931-47E6-BA6A-407CBD079E47}" type="slidenum">
              <a:rPr dirty="0"/>
              <a:t>8</a:t>
            </a:fld>
            <a:endParaRPr dirty="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86200" y="2057400"/>
            <a:ext cx="7134225" cy="232410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886200" y="5131181"/>
            <a:ext cx="7096125" cy="1057275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444497" y="4252722"/>
            <a:ext cx="119126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5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</a:t>
            </a:r>
            <a:r>
              <a:rPr sz="2800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sz="2800" spc="-5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ut:</a:t>
            </a:r>
            <a:endParaRPr sz="2800" dirty="0">
              <a:solidFill>
                <a:srgbClr val="FFC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460419" y="2180336"/>
            <a:ext cx="150749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5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</a:t>
            </a:r>
            <a:r>
              <a:rPr sz="28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sz="2800" spc="-1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</a:t>
            </a:r>
            <a:r>
              <a:rPr sz="2800" spc="-5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sz="28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79478" y="990600"/>
            <a:ext cx="1684020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155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sz="36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uples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3111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45"/>
              </a:spcBef>
            </a:pPr>
            <a:fld id="{81D60167-4931-47E6-BA6A-407CBD079E47}" type="slidenum">
              <a:rPr dirty="0"/>
              <a:t>9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1295400" y="2209800"/>
            <a:ext cx="9528175" cy="21807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41300" marR="80010" indent="-229235" algn="just">
              <a:lnSpc>
                <a:spcPct val="100000"/>
              </a:lnSpc>
              <a:spcBef>
                <a:spcPts val="105"/>
              </a:spcBef>
              <a:buClr>
                <a:srgbClr val="00B050"/>
              </a:buClr>
              <a:buFont typeface="Wingdings"/>
              <a:buChar char=""/>
              <a:tabLst>
                <a:tab pos="241935" algn="l"/>
              </a:tabLst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2800" spc="-1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tuple</a:t>
            </a:r>
            <a:r>
              <a:rPr sz="2800" spc="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sz="2800" spc="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created</a:t>
            </a:r>
            <a:r>
              <a:rPr sz="2800" spc="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</a:t>
            </a:r>
            <a:r>
              <a:rPr sz="2800" spc="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placing</a:t>
            </a:r>
            <a:r>
              <a:rPr sz="2800" spc="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</a:t>
            </a:r>
            <a:r>
              <a:rPr sz="2800" spc="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2800" spc="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items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(elements)</a:t>
            </a:r>
            <a:r>
              <a:rPr sz="2800" spc="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inside</a:t>
            </a:r>
            <a:r>
              <a:rPr sz="2800" spc="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parentheses</a:t>
            </a:r>
            <a:r>
              <a:rPr sz="2800" spc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5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sz="2800" spc="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separated</a:t>
            </a:r>
            <a:r>
              <a:rPr sz="2800" spc="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 </a:t>
            </a:r>
            <a:r>
              <a:rPr sz="2800" spc="-9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commas.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41300" marR="80010" indent="-229235" algn="just">
              <a:lnSpc>
                <a:spcPct val="100000"/>
              </a:lnSpc>
              <a:spcBef>
                <a:spcPts val="105"/>
              </a:spcBef>
              <a:buClr>
                <a:srgbClr val="00B050"/>
              </a:buClr>
              <a:buFont typeface="Wingdings"/>
              <a:buChar char=""/>
              <a:tabLst>
                <a:tab pos="241935" algn="l"/>
              </a:tabLst>
            </a:pP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41300" marR="5080" indent="-229235" algn="just">
              <a:lnSpc>
                <a:spcPct val="100000"/>
              </a:lnSpc>
              <a:buClr>
                <a:srgbClr val="00B050"/>
              </a:buClr>
              <a:buFont typeface="Wingdings"/>
              <a:buChar char=""/>
              <a:tabLst>
                <a:tab pos="241935" algn="l"/>
              </a:tabLst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2800" spc="-1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tuple</a:t>
            </a:r>
            <a:r>
              <a:rPr sz="2800" spc="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</a:t>
            </a:r>
            <a:r>
              <a:rPr sz="2800" spc="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have</a:t>
            </a:r>
            <a:r>
              <a:rPr sz="2800" spc="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any</a:t>
            </a:r>
            <a:r>
              <a:rPr sz="2800" spc="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number</a:t>
            </a:r>
            <a:r>
              <a:rPr sz="2800" spc="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sz="2800" spc="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items</a:t>
            </a:r>
            <a:r>
              <a:rPr sz="2800" spc="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sz="2800" spc="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they </a:t>
            </a:r>
            <a:r>
              <a:rPr sz="2800" spc="-9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may</a:t>
            </a:r>
            <a:r>
              <a:rPr sz="2800" spc="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</a:t>
            </a:r>
            <a:r>
              <a:rPr sz="2800" spc="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sz="2800" spc="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different</a:t>
            </a:r>
            <a:r>
              <a:rPr sz="2800" spc="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types.</a:t>
            </a: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06491" y="951714"/>
            <a:ext cx="1987550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155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sz="36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uples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3111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45"/>
              </a:spcBef>
            </a:pPr>
            <a:fld id="{81D60167-4931-47E6-BA6A-407CBD079E47}" type="slidenum">
              <a:rPr dirty="0"/>
              <a:t>10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1189431" y="1905000"/>
            <a:ext cx="10215880" cy="4168321"/>
          </a:xfrm>
          <a:prstGeom prst="rect">
            <a:avLst/>
          </a:prstGeom>
        </p:spPr>
        <p:txBody>
          <a:bodyPr vert="horz" wrap="square" lIns="0" tIns="64135" rIns="0" bIns="0" rtlCol="0">
            <a:spAutoFit/>
          </a:bodyPr>
          <a:lstStyle/>
          <a:p>
            <a:pPr marL="241300" marR="5080" indent="-229235">
              <a:lnSpc>
                <a:spcPts val="3240"/>
              </a:lnSpc>
              <a:spcBef>
                <a:spcPts val="505"/>
              </a:spcBef>
              <a:buClr>
                <a:srgbClr val="00B050"/>
              </a:buClr>
              <a:buFont typeface="Wingdings"/>
              <a:buChar char=""/>
              <a:tabLst>
                <a:tab pos="241935" algn="l"/>
              </a:tabLst>
            </a:pPr>
            <a:r>
              <a:rPr sz="28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Tuple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sz="2800" spc="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putting</a:t>
            </a:r>
            <a:r>
              <a:rPr sz="2800" spc="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different</a:t>
            </a:r>
            <a:r>
              <a:rPr sz="2800" spc="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comma-separated</a:t>
            </a:r>
            <a:r>
              <a:rPr sz="2800" spc="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values</a:t>
            </a:r>
            <a:r>
              <a:rPr sz="2800" spc="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between </a:t>
            </a:r>
            <a:r>
              <a:rPr sz="2800" spc="-78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parentheses().</a:t>
            </a: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27100">
              <a:lnSpc>
                <a:spcPct val="100000"/>
              </a:lnSpc>
              <a:spcBef>
                <a:spcPts val="590"/>
              </a:spcBef>
              <a:buClr>
                <a:srgbClr val="00B050"/>
              </a:buClr>
            </a:pP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ex:</a:t>
            </a:r>
            <a:r>
              <a:rPr sz="2800"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tuple1</a:t>
            </a:r>
            <a:r>
              <a:rPr sz="2800" spc="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sz="2800" spc="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(1,</a:t>
            </a:r>
            <a:r>
              <a:rPr sz="2800" spc="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“abc”,</a:t>
            </a:r>
            <a:r>
              <a:rPr sz="2800" spc="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2.6,</a:t>
            </a:r>
            <a:r>
              <a:rPr sz="2800" spc="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2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„a‟)</a:t>
            </a: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45"/>
              </a:spcBef>
              <a:buClr>
                <a:srgbClr val="00B050"/>
              </a:buClr>
            </a:pP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41935" marR="153035" indent="-241935">
              <a:lnSpc>
                <a:spcPct val="104000"/>
              </a:lnSpc>
              <a:buClr>
                <a:srgbClr val="00B050"/>
              </a:buClr>
              <a:buFont typeface="Wingdings"/>
              <a:buChar char=""/>
              <a:tabLst>
                <a:tab pos="241935" algn="l"/>
              </a:tabLst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Empty</a:t>
            </a:r>
            <a:r>
              <a:rPr sz="2800" spc="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tuple</a:t>
            </a:r>
            <a:r>
              <a:rPr sz="2800" spc="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sz="2800" spc="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written</a:t>
            </a:r>
            <a:r>
              <a:rPr sz="2800" spc="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two</a:t>
            </a:r>
            <a:r>
              <a:rPr sz="2800" spc="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parentheses</a:t>
            </a:r>
            <a:r>
              <a:rPr sz="2800" spc="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containing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nothing. </a:t>
            </a:r>
            <a:r>
              <a:rPr sz="2800" spc="-7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ex:</a:t>
            </a:r>
            <a:r>
              <a:rPr sz="2800" spc="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tuple2</a:t>
            </a:r>
            <a:r>
              <a:rPr sz="2800" spc="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sz="2800" spc="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</a:p>
          <a:p>
            <a:pPr>
              <a:lnSpc>
                <a:spcPct val="100000"/>
              </a:lnSpc>
              <a:spcBef>
                <a:spcPts val="10"/>
              </a:spcBef>
              <a:buClr>
                <a:srgbClr val="00B050"/>
              </a:buClr>
              <a:buFont typeface="Wingdings"/>
              <a:buChar char=""/>
            </a:pP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41935" marR="4549775" indent="-241935">
              <a:lnSpc>
                <a:spcPct val="117700"/>
              </a:lnSpc>
              <a:buClr>
                <a:srgbClr val="00B050"/>
              </a:buClr>
              <a:buFont typeface="Wingdings"/>
              <a:buChar char=""/>
              <a:tabLst>
                <a:tab pos="241935" algn="l"/>
              </a:tabLst>
            </a:pPr>
            <a:r>
              <a:rPr sz="28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Tuple</a:t>
            </a:r>
            <a:r>
              <a:rPr sz="28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containing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2800" spc="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single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value</a:t>
            </a:r>
            <a:r>
              <a:rPr sz="2800" spc="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sz="2800" spc="-78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ex:</a:t>
            </a:r>
            <a:r>
              <a:rPr sz="2800" spc="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tuple3</a:t>
            </a:r>
            <a:r>
              <a:rPr sz="2800"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sz="2800" spc="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(1,)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89431" y="908535"/>
            <a:ext cx="7047865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5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Accessing</a:t>
            </a:r>
            <a:r>
              <a:rPr sz="3600" spc="-2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600" spc="-3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Values</a:t>
            </a:r>
            <a:r>
              <a:rPr sz="3600" spc="-15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600" spc="-5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</a:t>
            </a:r>
            <a:r>
              <a:rPr sz="3600" spc="-15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6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3600" spc="-15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600" spc="-3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Tuple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3111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45"/>
              </a:spcBef>
            </a:pPr>
            <a:fld id="{81D60167-4931-47E6-BA6A-407CBD079E47}" type="slidenum">
              <a:rPr dirty="0"/>
              <a:t>11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1192843" y="2753654"/>
            <a:ext cx="1949450" cy="44435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065">
              <a:lnSpc>
                <a:spcPct val="100000"/>
              </a:lnSpc>
              <a:spcBef>
                <a:spcPts val="105"/>
              </a:spcBef>
              <a:buClr>
                <a:srgbClr val="4471C4"/>
              </a:buClr>
              <a:tabLst>
                <a:tab pos="241935" algn="l"/>
              </a:tabLst>
            </a:pPr>
            <a:r>
              <a:rPr sz="2800" dirty="0">
                <a:solidFill>
                  <a:srgbClr val="002060"/>
                </a:solidFill>
                <a:latin typeface="Microsoft Sans Serif"/>
                <a:cs typeface="Microsoft Sans Serif"/>
              </a:rPr>
              <a:t>Exam</a:t>
            </a:r>
            <a:r>
              <a:rPr sz="2800" spc="-10" dirty="0">
                <a:solidFill>
                  <a:srgbClr val="002060"/>
                </a:solidFill>
                <a:latin typeface="Microsoft Sans Serif"/>
                <a:cs typeface="Microsoft Sans Serif"/>
              </a:rPr>
              <a:t>p</a:t>
            </a:r>
            <a:r>
              <a:rPr sz="2800" spc="-5" dirty="0">
                <a:solidFill>
                  <a:srgbClr val="002060"/>
                </a:solidFill>
                <a:latin typeface="Microsoft Sans Serif"/>
                <a:cs typeface="Microsoft Sans Serif"/>
              </a:rPr>
              <a:t>le:</a:t>
            </a:r>
            <a:endParaRPr sz="2800" dirty="0">
              <a:solidFill>
                <a:srgbClr val="002060"/>
              </a:solidFill>
              <a:latin typeface="Microsoft Sans Serif"/>
              <a:cs typeface="Microsoft Sans Serif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370723" y="4920655"/>
            <a:ext cx="1586865" cy="44435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065">
              <a:lnSpc>
                <a:spcPct val="100000"/>
              </a:lnSpc>
              <a:spcBef>
                <a:spcPts val="105"/>
              </a:spcBef>
              <a:buClr>
                <a:srgbClr val="4471C4"/>
              </a:buClr>
              <a:tabLst>
                <a:tab pos="241935" algn="l"/>
              </a:tabLst>
            </a:pPr>
            <a:r>
              <a:rPr sz="2800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</a:t>
            </a:r>
            <a:r>
              <a:rPr sz="2800" spc="-20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sz="2800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sz="2800" spc="-10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sz="2800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962400" y="2307629"/>
            <a:ext cx="7162800" cy="2543175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962400" y="4920655"/>
            <a:ext cx="7086600" cy="1085849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20474" y="914400"/>
            <a:ext cx="2614930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15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Dictionary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3111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45"/>
              </a:spcBef>
            </a:pPr>
            <a:fld id="{81D60167-4931-47E6-BA6A-407CBD079E47}" type="slidenum">
              <a:rPr dirty="0"/>
              <a:t>12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1120474" y="1905000"/>
            <a:ext cx="10504805" cy="4344394"/>
          </a:xfrm>
          <a:prstGeom prst="rect">
            <a:avLst/>
          </a:prstGeom>
        </p:spPr>
        <p:txBody>
          <a:bodyPr vert="horz" wrap="square" lIns="0" tIns="92075" rIns="0" bIns="0" rtlCol="0">
            <a:spAutoFit/>
          </a:bodyPr>
          <a:lstStyle/>
          <a:p>
            <a:pPr marL="241300" marR="5080" indent="-228600" algn="just">
              <a:lnSpc>
                <a:spcPts val="2590"/>
              </a:lnSpc>
              <a:spcBef>
                <a:spcPts val="725"/>
              </a:spcBef>
              <a:buClr>
                <a:srgbClr val="00B050"/>
              </a:buClr>
              <a:buFont typeface="Wingdings"/>
              <a:buChar char=""/>
              <a:tabLst>
                <a:tab pos="241300" algn="l"/>
              </a:tabLst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dictionary</a:t>
            </a:r>
            <a:r>
              <a:rPr sz="2800" spc="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sz="2800" spc="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</a:t>
            </a:r>
            <a:r>
              <a:rPr sz="2800" spc="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unordered</a:t>
            </a:r>
            <a:r>
              <a:rPr sz="2800" spc="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collection</a:t>
            </a:r>
            <a:r>
              <a:rPr sz="2800" spc="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sz="2800" spc="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items</a:t>
            </a:r>
            <a:r>
              <a:rPr sz="2800" spc="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that</a:t>
            </a:r>
            <a:r>
              <a:rPr sz="2800" spc="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has</a:t>
            </a:r>
            <a:r>
              <a:rPr sz="2800" spc="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2800" spc="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key: </a:t>
            </a:r>
            <a:r>
              <a:rPr sz="2800" spc="-7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5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value</a:t>
            </a:r>
            <a:r>
              <a:rPr sz="2800" spc="5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pair.</a:t>
            </a: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  <a:buClr>
                <a:srgbClr val="00B050"/>
              </a:buClr>
              <a:buFont typeface="Wingdings"/>
              <a:buChar char=""/>
            </a:pP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41300" indent="-228600" algn="just">
              <a:lnSpc>
                <a:spcPct val="100000"/>
              </a:lnSpc>
              <a:buClr>
                <a:srgbClr val="00B050"/>
              </a:buClr>
              <a:buFont typeface="Wingdings"/>
              <a:buChar char=""/>
              <a:tabLst>
                <a:tab pos="241300" algn="l"/>
              </a:tabLst>
            </a:pP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Also</a:t>
            </a:r>
            <a:r>
              <a:rPr sz="2800" spc="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known</a:t>
            </a:r>
            <a:r>
              <a:rPr sz="2800" spc="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</a:t>
            </a:r>
            <a:r>
              <a:rPr sz="2800" spc="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associative</a:t>
            </a:r>
            <a:r>
              <a:rPr sz="28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arrays</a:t>
            </a:r>
            <a:r>
              <a:rPr sz="2800" spc="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</a:t>
            </a:r>
            <a:r>
              <a:rPr sz="2800" spc="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hash</a:t>
            </a:r>
            <a:r>
              <a:rPr sz="2800" spc="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tables.</a:t>
            </a: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  <a:spcBef>
                <a:spcPts val="15"/>
              </a:spcBef>
              <a:buClr>
                <a:srgbClr val="00B050"/>
              </a:buClr>
              <a:buFont typeface="Wingdings"/>
              <a:buChar char=""/>
            </a:pP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41300" marR="730250" indent="-228600" algn="just">
              <a:lnSpc>
                <a:spcPct val="80000"/>
              </a:lnSpc>
              <a:buClr>
                <a:srgbClr val="00B050"/>
              </a:buClr>
              <a:buFont typeface="Wingdings"/>
              <a:buChar char=""/>
              <a:tabLst>
                <a:tab pos="241300" algn="l"/>
              </a:tabLst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</a:t>
            </a:r>
            <a:r>
              <a:rPr sz="2800" spc="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sz="2800" spc="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written</a:t>
            </a:r>
            <a:r>
              <a:rPr sz="2800" spc="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</a:t>
            </a:r>
            <a:r>
              <a:rPr sz="2800" spc="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placing</a:t>
            </a:r>
            <a:r>
              <a:rPr sz="2800" spc="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items</a:t>
            </a:r>
            <a:r>
              <a:rPr sz="2800" spc="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inside</a:t>
            </a:r>
            <a:r>
              <a:rPr sz="2800" spc="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curly</a:t>
            </a:r>
            <a:r>
              <a:rPr sz="2800" spc="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braces</a:t>
            </a:r>
            <a:r>
              <a:rPr sz="2800" spc="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5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{}</a:t>
            </a:r>
            <a:r>
              <a:rPr sz="2800" spc="3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separated</a:t>
            </a:r>
            <a:r>
              <a:rPr sz="2800" spc="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 </a:t>
            </a:r>
            <a:r>
              <a:rPr sz="2800" spc="-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comma.</a:t>
            </a: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400810" algn="just">
              <a:lnSpc>
                <a:spcPct val="100000"/>
              </a:lnSpc>
              <a:spcBef>
                <a:spcPts val="350"/>
              </a:spcBef>
              <a:buClr>
                <a:srgbClr val="00B050"/>
              </a:buClr>
            </a:pP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ex:</a:t>
            </a:r>
            <a:r>
              <a:rPr sz="2800" spc="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sz="2800" spc="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“name”:</a:t>
            </a:r>
            <a:r>
              <a:rPr sz="2800" spc="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“Jane”</a:t>
            </a:r>
            <a:r>
              <a:rPr sz="2800" spc="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sz="2800" spc="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“age”:</a:t>
            </a:r>
            <a:r>
              <a:rPr sz="2800" spc="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14,</a:t>
            </a:r>
            <a:r>
              <a:rPr sz="2800" spc="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“grade”:</a:t>
            </a:r>
            <a:r>
              <a:rPr sz="2800" spc="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r>
              <a:rPr sz="2800" spc="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pPr algn="just">
              <a:lnSpc>
                <a:spcPct val="100000"/>
              </a:lnSpc>
              <a:spcBef>
                <a:spcPts val="15"/>
              </a:spcBef>
              <a:buClr>
                <a:srgbClr val="00B050"/>
              </a:buClr>
            </a:pP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41300" marR="415290" indent="-228600" algn="just">
              <a:lnSpc>
                <a:spcPct val="80000"/>
              </a:lnSpc>
              <a:buClr>
                <a:srgbClr val="00B050"/>
              </a:buClr>
              <a:buFont typeface="Wingdings"/>
              <a:buChar char=""/>
              <a:tabLst>
                <a:tab pos="241300" algn="l"/>
              </a:tabLst>
            </a:pPr>
            <a:r>
              <a:rPr sz="28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Values</a:t>
            </a:r>
            <a:r>
              <a:rPr sz="2800" spc="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</a:t>
            </a:r>
            <a:r>
              <a:rPr sz="2800" spc="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</a:t>
            </a:r>
            <a:r>
              <a:rPr sz="2800" spc="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sz="2800" spc="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any</a:t>
            </a:r>
            <a:r>
              <a:rPr sz="2800" spc="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</a:t>
            </a:r>
            <a:r>
              <a:rPr sz="2800" spc="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type</a:t>
            </a:r>
            <a:r>
              <a:rPr sz="2800"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sz="2800" spc="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</a:t>
            </a:r>
            <a:r>
              <a:rPr sz="2800" spc="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repeat</a:t>
            </a:r>
            <a:r>
              <a:rPr sz="2800" spc="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sz="2800" spc="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keys</a:t>
            </a:r>
            <a:r>
              <a:rPr sz="2800" spc="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must</a:t>
            </a:r>
            <a:r>
              <a:rPr sz="2800" spc="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 </a:t>
            </a:r>
            <a:r>
              <a:rPr sz="2800" spc="-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unique.</a:t>
            </a: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89431" y="871959"/>
            <a:ext cx="8259445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5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Accessing</a:t>
            </a:r>
            <a:r>
              <a:rPr sz="3600" spc="-1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600" spc="-3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Values</a:t>
            </a:r>
            <a:r>
              <a:rPr sz="3600" spc="-5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in </a:t>
            </a:r>
            <a:r>
              <a:rPr sz="36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3600" spc="-5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600" spc="15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Dictionary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3111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45"/>
              </a:spcBef>
            </a:pPr>
            <a:fld id="{81D60167-4931-47E6-BA6A-407CBD079E47}" type="slidenum">
              <a:rPr dirty="0"/>
              <a:t>13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1982863" y="2675338"/>
            <a:ext cx="1949450" cy="44435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065">
              <a:lnSpc>
                <a:spcPct val="100000"/>
              </a:lnSpc>
              <a:spcBef>
                <a:spcPts val="105"/>
              </a:spcBef>
              <a:buClr>
                <a:srgbClr val="4471C4"/>
              </a:buClr>
              <a:tabLst>
                <a:tab pos="241935" algn="l"/>
              </a:tabLst>
            </a:pPr>
            <a:r>
              <a:rPr sz="28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</a:t>
            </a:r>
            <a:r>
              <a:rPr sz="2800" spc="-1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sz="2800" spc="-5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le:</a:t>
            </a:r>
            <a:endParaRPr sz="28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982863" y="4942318"/>
            <a:ext cx="1586865" cy="44435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065">
              <a:lnSpc>
                <a:spcPct val="100000"/>
              </a:lnSpc>
              <a:spcBef>
                <a:spcPts val="105"/>
              </a:spcBef>
              <a:buClr>
                <a:srgbClr val="4471C4"/>
              </a:buClr>
              <a:tabLst>
                <a:tab pos="241935" algn="l"/>
              </a:tabLst>
            </a:pPr>
            <a:r>
              <a:rPr sz="2800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</a:t>
            </a:r>
            <a:r>
              <a:rPr sz="2800" spc="-20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sz="2800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sz="2800" spc="-10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sz="2800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070723" y="2305049"/>
            <a:ext cx="7124700" cy="2266950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070723" y="4800600"/>
            <a:ext cx="7067550" cy="98107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89431" y="871959"/>
            <a:ext cx="8259445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GB" sz="3600" spc="15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Activity 01</a:t>
            </a:r>
            <a:endParaRPr sz="3600" spc="15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3111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45"/>
              </a:spcBef>
            </a:pPr>
            <a:fld id="{81D60167-4931-47E6-BA6A-407CBD079E47}" type="slidenum">
              <a:rPr dirty="0"/>
              <a:t>14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1189430" y="2057400"/>
            <a:ext cx="7344969" cy="384271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065">
              <a:lnSpc>
                <a:spcPct val="100000"/>
              </a:lnSpc>
              <a:spcBef>
                <a:spcPts val="105"/>
              </a:spcBef>
              <a:buClr>
                <a:srgbClr val="4471C4"/>
              </a:buClr>
              <a:tabLst>
                <a:tab pos="241935" algn="l"/>
              </a:tabLst>
            </a:pPr>
            <a:r>
              <a:rPr lang="en-GB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marks = [78, 85, 92, 67, 88, 95, 73]</a:t>
            </a:r>
          </a:p>
          <a:p>
            <a:endParaRPr lang="en-GB" sz="2400" b="1" dirty="0">
              <a:latin typeface="Book Antiqua" panose="02040602050305030304" pitchFamily="18" charset="0"/>
            </a:endParaRPr>
          </a:p>
          <a:p>
            <a:pPr>
              <a:buFont typeface="+mj-lt"/>
              <a:buAutoNum type="arabicPeriod"/>
            </a:pPr>
            <a:r>
              <a:rPr lang="en-GB" sz="2400" dirty="0">
                <a:latin typeface="Book Antiqua" panose="02040602050305030304" pitchFamily="18" charset="0"/>
              </a:rPr>
              <a:t>Print the first and last marks. </a:t>
            </a:r>
          </a:p>
          <a:p>
            <a:pPr>
              <a:buFont typeface="+mj-lt"/>
              <a:buAutoNum type="arabicPeriod"/>
            </a:pPr>
            <a:r>
              <a:rPr lang="en-GB" sz="2400" dirty="0">
                <a:latin typeface="Book Antiqua" panose="02040602050305030304" pitchFamily="18" charset="0"/>
              </a:rPr>
              <a:t>Display the highest and lowest marks. </a:t>
            </a:r>
          </a:p>
          <a:p>
            <a:pPr>
              <a:buFont typeface="+mj-lt"/>
              <a:buAutoNum type="arabicPeriod"/>
            </a:pPr>
            <a:r>
              <a:rPr lang="en-GB" sz="2400" dirty="0">
                <a:latin typeface="Book Antiqua" panose="02040602050305030304" pitchFamily="18" charset="0"/>
              </a:rPr>
              <a:t>Calculate the average mark. </a:t>
            </a:r>
          </a:p>
          <a:p>
            <a:pPr>
              <a:buFont typeface="+mj-lt"/>
              <a:buAutoNum type="arabicPeriod"/>
            </a:pPr>
            <a:r>
              <a:rPr lang="en-GB" sz="2400" dirty="0">
                <a:latin typeface="Book Antiqua" panose="02040602050305030304" pitchFamily="18" charset="0"/>
              </a:rPr>
              <a:t>Add a new mark (81). </a:t>
            </a:r>
          </a:p>
          <a:p>
            <a:pPr>
              <a:buFont typeface="+mj-lt"/>
              <a:buAutoNum type="arabicPeriod"/>
            </a:pPr>
            <a:r>
              <a:rPr lang="en-GB" sz="2400" dirty="0">
                <a:latin typeface="Book Antiqua" panose="02040602050305030304" pitchFamily="18" charset="0"/>
              </a:rPr>
              <a:t>Remove the mark 67. </a:t>
            </a:r>
          </a:p>
          <a:p>
            <a:pPr>
              <a:buFont typeface="+mj-lt"/>
              <a:buAutoNum type="arabicPeriod"/>
            </a:pPr>
            <a:r>
              <a:rPr lang="en-GB" sz="2400" dirty="0">
                <a:latin typeface="Book Antiqua" panose="02040602050305030304" pitchFamily="18" charset="0"/>
              </a:rPr>
              <a:t>Sort the list in ascending order. </a:t>
            </a:r>
          </a:p>
          <a:p>
            <a:pPr>
              <a:buFont typeface="+mj-lt"/>
              <a:buAutoNum type="arabicPeriod"/>
            </a:pPr>
            <a:r>
              <a:rPr lang="en-GB" sz="2400" dirty="0">
                <a:latin typeface="Book Antiqua" panose="02040602050305030304" pitchFamily="18" charset="0"/>
              </a:rPr>
              <a:t>Display only the first three marks after sorting.</a:t>
            </a:r>
          </a:p>
          <a:p>
            <a:pPr marL="12065">
              <a:lnSpc>
                <a:spcPct val="100000"/>
              </a:lnSpc>
              <a:spcBef>
                <a:spcPts val="105"/>
              </a:spcBef>
              <a:buClr>
                <a:srgbClr val="4471C4"/>
              </a:buClr>
              <a:tabLst>
                <a:tab pos="241935" algn="l"/>
              </a:tabLst>
            </a:pPr>
            <a:endParaRPr sz="28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169801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3111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45"/>
              </a:spcBef>
            </a:pPr>
            <a:fld id="{81D60167-4931-47E6-BA6A-407CBD079E47}" type="slidenum">
              <a:rPr dirty="0"/>
              <a:t>15</a:t>
            </a:fld>
            <a:endParaRPr dirty="0"/>
          </a:p>
        </p:txBody>
      </p:sp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2743200" y="2514600"/>
            <a:ext cx="7086600" cy="75148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pc="-5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HAVE A NICE DAY!</a:t>
            </a:r>
            <a:endParaRPr spc="25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ysClr val="windowText" lastClr="000000"/>
      </a:dk1>
      <a:lt1>
        <a:sysClr val="window" lastClr="FFFFFF"/>
      </a:lt1>
      <a:dk2>
        <a:srgbClr val="455F51"/>
      </a:dk2>
      <a:lt2>
        <a:srgbClr val="E2DFCC"/>
      </a:lt2>
      <a:accent1>
        <a:srgbClr val="99CB38"/>
      </a:accent1>
      <a:accent2>
        <a:srgbClr val="63A537"/>
      </a:accent2>
      <a:accent3>
        <a:srgbClr val="37A76F"/>
      </a:accent3>
      <a:accent4>
        <a:srgbClr val="44C1A3"/>
      </a:accent4>
      <a:accent5>
        <a:srgbClr val="4EB3CF"/>
      </a:accent5>
      <a:accent6>
        <a:srgbClr val="51C3F9"/>
      </a:accent6>
      <a:hlink>
        <a:srgbClr val="6B9F25"/>
      </a:hlink>
      <a:folHlink>
        <a:srgbClr val="B26B02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D26EA377-59BD-4C9C-9D94-EE8416EE4C7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168</TotalTime>
  <Words>518</Words>
  <Application>Microsoft Office PowerPoint</Application>
  <PresentationFormat>Widescreen</PresentationFormat>
  <Paragraphs>95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2" baseType="lpstr">
      <vt:lpstr>Book Antiqua</vt:lpstr>
      <vt:lpstr>Calibri</vt:lpstr>
      <vt:lpstr>Calibri Light</vt:lpstr>
      <vt:lpstr>Microsoft Sans Serif</vt:lpstr>
      <vt:lpstr>Times New Roman</vt:lpstr>
      <vt:lpstr>Wingdings</vt:lpstr>
      <vt:lpstr>Retrospect</vt:lpstr>
      <vt:lpstr>ADVANCED PROGRAMMING-ITIC 2223</vt:lpstr>
      <vt:lpstr>Python Data Types</vt:lpstr>
      <vt:lpstr>Python Data Types</vt:lpstr>
      <vt:lpstr>Numbers</vt:lpstr>
      <vt:lpstr>Strings</vt:lpstr>
      <vt:lpstr>Printing a Character or Set of Characters  within a String</vt:lpstr>
      <vt:lpstr>Lists</vt:lpstr>
      <vt:lpstr>Accessing Values in a List</vt:lpstr>
      <vt:lpstr>Tuples</vt:lpstr>
      <vt:lpstr>Tuples</vt:lpstr>
      <vt:lpstr>Accessing Values in a Tuple</vt:lpstr>
      <vt:lpstr>Dictionary</vt:lpstr>
      <vt:lpstr>Accessing Values in a Dictionary</vt:lpstr>
      <vt:lpstr>Activity 01</vt:lpstr>
      <vt:lpstr>HAVE A NICE DAY!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Dayan Rajapakse</dc:creator>
  <cp:lastModifiedBy>Ramesh Madhuranga</cp:lastModifiedBy>
  <cp:revision>5</cp:revision>
  <dcterms:created xsi:type="dcterms:W3CDTF">2024-06-14T08:14:10Z</dcterms:created>
  <dcterms:modified xsi:type="dcterms:W3CDTF">2026-07-13T04:12:16Z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2020-04-08T00:00:00Z</vt:filetime>
  </property>
  <property fmtid="{D5CDD505-2E9C-101B-9397-08002B2CF9AE}" pid="3" name="Creator">
    <vt:lpwstr>Microsoft® Office PowerPoint® 2007</vt:lpwstr>
  </property>
  <property fmtid="{D5CDD505-2E9C-101B-9397-08002B2CF9AE}" pid="4" name="LastSaved">
    <vt:filetime>2024-06-14T00:00:00Z</vt:filetime>
  </property>
</Properties>
</file>