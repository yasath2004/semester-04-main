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60" r:id="rId5"/>
    <p:sldId id="261" r:id="rId6"/>
    <p:sldId id="25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41744" autoAdjust="0"/>
  </p:normalViewPr>
  <p:slideViewPr>
    <p:cSldViewPr snapToGrid="0">
      <p:cViewPr varScale="1">
        <p:scale>
          <a:sx n="26" d="100"/>
          <a:sy n="26" d="100"/>
        </p:scale>
        <p:origin x="2216"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dk2">
        <a:alpha val="0"/>
      </a:schemeClr>
    </dgm:fillClrLst>
    <dgm:linClrLst meth="repeat">
      <a:schemeClr val="dk2">
        <a:alpha val="0"/>
      </a:schemeClr>
    </dgm:linClrLst>
    <dgm:effectClrLst/>
    <dgm:txLinClrLst/>
    <dgm:txFillClrLst meth="repeat">
      <a:schemeClr val="dk2"/>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297FF8-875A-4E5C-B594-89B1CF0C54B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264133C-5180-40CC-A639-5EE0080EBC3A}">
      <dgm:prSet/>
      <dgm:spPr/>
      <dgm:t>
        <a:bodyPr/>
        <a:lstStyle/>
        <a:p>
          <a:r>
            <a:rPr lang="en-US" b="0" i="0"/>
            <a:t>A project proposal is a detailed pitch explaining what your project is, why it’s important, how you plan to do it, and how much it will cost. </a:t>
          </a:r>
          <a:endParaRPr lang="en-US"/>
        </a:p>
      </dgm:t>
    </dgm:pt>
    <dgm:pt modelId="{8775777A-42F3-4B71-968E-8A0926CE45EA}" type="parTrans" cxnId="{12DF0ABB-11CA-407C-92B4-ADAACB5435B7}">
      <dgm:prSet/>
      <dgm:spPr/>
      <dgm:t>
        <a:bodyPr/>
        <a:lstStyle/>
        <a:p>
          <a:endParaRPr lang="en-US"/>
        </a:p>
      </dgm:t>
    </dgm:pt>
    <dgm:pt modelId="{52129592-435B-4C50-B2B8-949DA102F399}" type="sibTrans" cxnId="{12DF0ABB-11CA-407C-92B4-ADAACB5435B7}">
      <dgm:prSet/>
      <dgm:spPr/>
      <dgm:t>
        <a:bodyPr/>
        <a:lstStyle/>
        <a:p>
          <a:endParaRPr lang="en-US"/>
        </a:p>
      </dgm:t>
    </dgm:pt>
    <dgm:pt modelId="{D8D3F989-BEBB-41D5-AA18-9D57DB61D74B}">
      <dgm:prSet/>
      <dgm:spPr/>
      <dgm:t>
        <a:bodyPr/>
        <a:lstStyle/>
        <a:p>
          <a:r>
            <a:rPr lang="en-US" b="0" i="0"/>
            <a:t>It also includes who will be involved and how you’ll measure success. Project proposals are used to convince stakeholders, like your boss, investors, or potential partners, that your project is worth doing.</a:t>
          </a:r>
          <a:endParaRPr lang="en-US"/>
        </a:p>
      </dgm:t>
    </dgm:pt>
    <dgm:pt modelId="{4E79554E-6572-4CF7-92E3-2C6FDE018A5A}" type="parTrans" cxnId="{ECE94C76-99EA-4CD4-B1AB-AE791898C58D}">
      <dgm:prSet/>
      <dgm:spPr/>
      <dgm:t>
        <a:bodyPr/>
        <a:lstStyle/>
        <a:p>
          <a:endParaRPr lang="en-US"/>
        </a:p>
      </dgm:t>
    </dgm:pt>
    <dgm:pt modelId="{A00BA88C-3462-414B-96AA-9C06BCDD2A6A}" type="sibTrans" cxnId="{ECE94C76-99EA-4CD4-B1AB-AE791898C58D}">
      <dgm:prSet/>
      <dgm:spPr/>
      <dgm:t>
        <a:bodyPr/>
        <a:lstStyle/>
        <a:p>
          <a:endParaRPr lang="en-US"/>
        </a:p>
      </dgm:t>
    </dgm:pt>
    <dgm:pt modelId="{909BF2D1-3BC6-4464-BDD6-87305F830814}">
      <dgm:prSet/>
      <dgm:spPr/>
      <dgm:t>
        <a:bodyPr/>
        <a:lstStyle/>
        <a:p>
          <a:r>
            <a:rPr lang="en-US" b="0" i="0"/>
            <a:t>Think of it as a roadmap for your project that helps you get the resources you need to make it happen.</a:t>
          </a:r>
          <a:endParaRPr lang="en-US"/>
        </a:p>
      </dgm:t>
    </dgm:pt>
    <dgm:pt modelId="{2FC0A9A0-4DA9-4A65-BC6F-ECC9DB2303FA}" type="parTrans" cxnId="{A6086549-33D3-4114-8F2E-2456A8CAC0EB}">
      <dgm:prSet/>
      <dgm:spPr/>
      <dgm:t>
        <a:bodyPr/>
        <a:lstStyle/>
        <a:p>
          <a:endParaRPr lang="en-US"/>
        </a:p>
      </dgm:t>
    </dgm:pt>
    <dgm:pt modelId="{AAC02102-A504-4858-9285-00688D47341D}" type="sibTrans" cxnId="{A6086549-33D3-4114-8F2E-2456A8CAC0EB}">
      <dgm:prSet/>
      <dgm:spPr/>
      <dgm:t>
        <a:bodyPr/>
        <a:lstStyle/>
        <a:p>
          <a:endParaRPr lang="en-US"/>
        </a:p>
      </dgm:t>
    </dgm:pt>
    <dgm:pt modelId="{2E38574A-36CD-4904-BCFB-2FDB1372279B}" type="pres">
      <dgm:prSet presAssocID="{FC297FF8-875A-4E5C-B594-89B1CF0C54B0}" presName="root" presStyleCnt="0">
        <dgm:presLayoutVars>
          <dgm:dir/>
          <dgm:resizeHandles val="exact"/>
        </dgm:presLayoutVars>
      </dgm:prSet>
      <dgm:spPr/>
    </dgm:pt>
    <dgm:pt modelId="{9B6D61F7-5FBB-4FA8-A7F9-6BDF46CDD32A}" type="pres">
      <dgm:prSet presAssocID="{C264133C-5180-40CC-A639-5EE0080EBC3A}" presName="compNode" presStyleCnt="0"/>
      <dgm:spPr/>
    </dgm:pt>
    <dgm:pt modelId="{09424020-1A9A-4CA3-AA26-934974928BA0}" type="pres">
      <dgm:prSet presAssocID="{C264133C-5180-40CC-A639-5EE0080EBC3A}" presName="bgRect" presStyleLbl="bgShp" presStyleIdx="0" presStyleCnt="3"/>
      <dgm:spPr/>
    </dgm:pt>
    <dgm:pt modelId="{21CA5D92-D5EC-4ADB-87B3-9CC712093B21}" type="pres">
      <dgm:prSet presAssocID="{C264133C-5180-40CC-A639-5EE0080EBC3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6702BB14-3B8F-41FC-AFDC-95F1967D000F}" type="pres">
      <dgm:prSet presAssocID="{C264133C-5180-40CC-A639-5EE0080EBC3A}" presName="spaceRect" presStyleCnt="0"/>
      <dgm:spPr/>
    </dgm:pt>
    <dgm:pt modelId="{A69E8CBB-8E7F-4E28-9910-1740108C6FA3}" type="pres">
      <dgm:prSet presAssocID="{C264133C-5180-40CC-A639-5EE0080EBC3A}" presName="parTx" presStyleLbl="revTx" presStyleIdx="0" presStyleCnt="3">
        <dgm:presLayoutVars>
          <dgm:chMax val="0"/>
          <dgm:chPref val="0"/>
        </dgm:presLayoutVars>
      </dgm:prSet>
      <dgm:spPr/>
    </dgm:pt>
    <dgm:pt modelId="{15F43CA7-41D6-4EA0-A8E8-F8E5293C3E02}" type="pres">
      <dgm:prSet presAssocID="{52129592-435B-4C50-B2B8-949DA102F399}" presName="sibTrans" presStyleCnt="0"/>
      <dgm:spPr/>
    </dgm:pt>
    <dgm:pt modelId="{199695E6-A4F0-4CCA-AE43-C127EA8516E4}" type="pres">
      <dgm:prSet presAssocID="{D8D3F989-BEBB-41D5-AA18-9D57DB61D74B}" presName="compNode" presStyleCnt="0"/>
      <dgm:spPr/>
    </dgm:pt>
    <dgm:pt modelId="{BF643A9B-C7ED-4D1F-A441-1EA0EE55347B}" type="pres">
      <dgm:prSet presAssocID="{D8D3F989-BEBB-41D5-AA18-9D57DB61D74B}" presName="bgRect" presStyleLbl="bgShp" presStyleIdx="1" presStyleCnt="3"/>
      <dgm:spPr/>
    </dgm:pt>
    <dgm:pt modelId="{AD54FE67-BC5F-4FBB-A4EA-1E90B189D912}" type="pres">
      <dgm:prSet presAssocID="{D8D3F989-BEBB-41D5-AA18-9D57DB61D74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nching Diagram"/>
        </a:ext>
      </dgm:extLst>
    </dgm:pt>
    <dgm:pt modelId="{DCCC2414-F4A0-41EE-AB33-94176C61848E}" type="pres">
      <dgm:prSet presAssocID="{D8D3F989-BEBB-41D5-AA18-9D57DB61D74B}" presName="spaceRect" presStyleCnt="0"/>
      <dgm:spPr/>
    </dgm:pt>
    <dgm:pt modelId="{216E5BD9-9B80-4ACF-A698-0FC277330F51}" type="pres">
      <dgm:prSet presAssocID="{D8D3F989-BEBB-41D5-AA18-9D57DB61D74B}" presName="parTx" presStyleLbl="revTx" presStyleIdx="1" presStyleCnt="3">
        <dgm:presLayoutVars>
          <dgm:chMax val="0"/>
          <dgm:chPref val="0"/>
        </dgm:presLayoutVars>
      </dgm:prSet>
      <dgm:spPr/>
    </dgm:pt>
    <dgm:pt modelId="{7CC7AF4A-C749-48D7-A284-226001FDB887}" type="pres">
      <dgm:prSet presAssocID="{A00BA88C-3462-414B-96AA-9C06BCDD2A6A}" presName="sibTrans" presStyleCnt="0"/>
      <dgm:spPr/>
    </dgm:pt>
    <dgm:pt modelId="{17D5FF8A-66B4-49E2-8F91-B054AFE234C1}" type="pres">
      <dgm:prSet presAssocID="{909BF2D1-3BC6-4464-BDD6-87305F830814}" presName="compNode" presStyleCnt="0"/>
      <dgm:spPr/>
    </dgm:pt>
    <dgm:pt modelId="{7D600477-61EA-4629-AD9E-1947BAB33609}" type="pres">
      <dgm:prSet presAssocID="{909BF2D1-3BC6-4464-BDD6-87305F830814}" presName="bgRect" presStyleLbl="bgShp" presStyleIdx="2" presStyleCnt="3"/>
      <dgm:spPr/>
    </dgm:pt>
    <dgm:pt modelId="{38AF6E28-E3B8-44E8-B353-BD399E9C655F}" type="pres">
      <dgm:prSet presAssocID="{909BF2D1-3BC6-4464-BDD6-87305F83081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laybook"/>
        </a:ext>
      </dgm:extLst>
    </dgm:pt>
    <dgm:pt modelId="{FF56C925-215E-4521-BA3B-E0F196934420}" type="pres">
      <dgm:prSet presAssocID="{909BF2D1-3BC6-4464-BDD6-87305F830814}" presName="spaceRect" presStyleCnt="0"/>
      <dgm:spPr/>
    </dgm:pt>
    <dgm:pt modelId="{866F04D2-36E3-4C95-BB16-113F4DC0C5DD}" type="pres">
      <dgm:prSet presAssocID="{909BF2D1-3BC6-4464-BDD6-87305F830814}" presName="parTx" presStyleLbl="revTx" presStyleIdx="2" presStyleCnt="3">
        <dgm:presLayoutVars>
          <dgm:chMax val="0"/>
          <dgm:chPref val="0"/>
        </dgm:presLayoutVars>
      </dgm:prSet>
      <dgm:spPr/>
    </dgm:pt>
  </dgm:ptLst>
  <dgm:cxnLst>
    <dgm:cxn modelId="{DADF1369-AADE-4FA8-9A2B-2618FA11093C}" type="presOf" srcId="{909BF2D1-3BC6-4464-BDD6-87305F830814}" destId="{866F04D2-36E3-4C95-BB16-113F4DC0C5DD}" srcOrd="0" destOrd="0" presId="urn:microsoft.com/office/officeart/2018/2/layout/IconVerticalSolidList"/>
    <dgm:cxn modelId="{A6086549-33D3-4114-8F2E-2456A8CAC0EB}" srcId="{FC297FF8-875A-4E5C-B594-89B1CF0C54B0}" destId="{909BF2D1-3BC6-4464-BDD6-87305F830814}" srcOrd="2" destOrd="0" parTransId="{2FC0A9A0-4DA9-4A65-BC6F-ECC9DB2303FA}" sibTransId="{AAC02102-A504-4858-9285-00688D47341D}"/>
    <dgm:cxn modelId="{ECE94C76-99EA-4CD4-B1AB-AE791898C58D}" srcId="{FC297FF8-875A-4E5C-B594-89B1CF0C54B0}" destId="{D8D3F989-BEBB-41D5-AA18-9D57DB61D74B}" srcOrd="1" destOrd="0" parTransId="{4E79554E-6572-4CF7-92E3-2C6FDE018A5A}" sibTransId="{A00BA88C-3462-414B-96AA-9C06BCDD2A6A}"/>
    <dgm:cxn modelId="{5196AD81-90FF-414C-8164-ED14C92C373F}" type="presOf" srcId="{D8D3F989-BEBB-41D5-AA18-9D57DB61D74B}" destId="{216E5BD9-9B80-4ACF-A698-0FC277330F51}" srcOrd="0" destOrd="0" presId="urn:microsoft.com/office/officeart/2018/2/layout/IconVerticalSolidList"/>
    <dgm:cxn modelId="{12DF0ABB-11CA-407C-92B4-ADAACB5435B7}" srcId="{FC297FF8-875A-4E5C-B594-89B1CF0C54B0}" destId="{C264133C-5180-40CC-A639-5EE0080EBC3A}" srcOrd="0" destOrd="0" parTransId="{8775777A-42F3-4B71-968E-8A0926CE45EA}" sibTransId="{52129592-435B-4C50-B2B8-949DA102F399}"/>
    <dgm:cxn modelId="{046254F0-7382-47F0-A325-C2417D1789B2}" type="presOf" srcId="{FC297FF8-875A-4E5C-B594-89B1CF0C54B0}" destId="{2E38574A-36CD-4904-BCFB-2FDB1372279B}" srcOrd="0" destOrd="0" presId="urn:microsoft.com/office/officeart/2018/2/layout/IconVerticalSolidList"/>
    <dgm:cxn modelId="{F6A763FE-A2B5-45AB-A536-1D9F7DAF034E}" type="presOf" srcId="{C264133C-5180-40CC-A639-5EE0080EBC3A}" destId="{A69E8CBB-8E7F-4E28-9910-1740108C6FA3}" srcOrd="0" destOrd="0" presId="urn:microsoft.com/office/officeart/2018/2/layout/IconVerticalSolidList"/>
    <dgm:cxn modelId="{CEFAF3C1-92FF-429F-933F-2E94E26CA281}" type="presParOf" srcId="{2E38574A-36CD-4904-BCFB-2FDB1372279B}" destId="{9B6D61F7-5FBB-4FA8-A7F9-6BDF46CDD32A}" srcOrd="0" destOrd="0" presId="urn:microsoft.com/office/officeart/2018/2/layout/IconVerticalSolidList"/>
    <dgm:cxn modelId="{AED27F71-7431-4E9B-B21B-326364B8B8FB}" type="presParOf" srcId="{9B6D61F7-5FBB-4FA8-A7F9-6BDF46CDD32A}" destId="{09424020-1A9A-4CA3-AA26-934974928BA0}" srcOrd="0" destOrd="0" presId="urn:microsoft.com/office/officeart/2018/2/layout/IconVerticalSolidList"/>
    <dgm:cxn modelId="{DF4096B7-8D54-49B2-B52C-5327FBF605FF}" type="presParOf" srcId="{9B6D61F7-5FBB-4FA8-A7F9-6BDF46CDD32A}" destId="{21CA5D92-D5EC-4ADB-87B3-9CC712093B21}" srcOrd="1" destOrd="0" presId="urn:microsoft.com/office/officeart/2018/2/layout/IconVerticalSolidList"/>
    <dgm:cxn modelId="{0DB0193E-D461-49B5-976E-6A9CCBE5FF40}" type="presParOf" srcId="{9B6D61F7-5FBB-4FA8-A7F9-6BDF46CDD32A}" destId="{6702BB14-3B8F-41FC-AFDC-95F1967D000F}" srcOrd="2" destOrd="0" presId="urn:microsoft.com/office/officeart/2018/2/layout/IconVerticalSolidList"/>
    <dgm:cxn modelId="{E67B8F49-9CD8-4EDF-AF2D-DB09C60E8146}" type="presParOf" srcId="{9B6D61F7-5FBB-4FA8-A7F9-6BDF46CDD32A}" destId="{A69E8CBB-8E7F-4E28-9910-1740108C6FA3}" srcOrd="3" destOrd="0" presId="urn:microsoft.com/office/officeart/2018/2/layout/IconVerticalSolidList"/>
    <dgm:cxn modelId="{0E6D80E9-4694-49EA-A15A-B2AE07060792}" type="presParOf" srcId="{2E38574A-36CD-4904-BCFB-2FDB1372279B}" destId="{15F43CA7-41D6-4EA0-A8E8-F8E5293C3E02}" srcOrd="1" destOrd="0" presId="urn:microsoft.com/office/officeart/2018/2/layout/IconVerticalSolidList"/>
    <dgm:cxn modelId="{15F97ED6-4AE4-4B49-89D2-FC3A20EE8738}" type="presParOf" srcId="{2E38574A-36CD-4904-BCFB-2FDB1372279B}" destId="{199695E6-A4F0-4CCA-AE43-C127EA8516E4}" srcOrd="2" destOrd="0" presId="urn:microsoft.com/office/officeart/2018/2/layout/IconVerticalSolidList"/>
    <dgm:cxn modelId="{A837B952-486B-4E20-BA67-ECE207E87DC2}" type="presParOf" srcId="{199695E6-A4F0-4CCA-AE43-C127EA8516E4}" destId="{BF643A9B-C7ED-4D1F-A441-1EA0EE55347B}" srcOrd="0" destOrd="0" presId="urn:microsoft.com/office/officeart/2018/2/layout/IconVerticalSolidList"/>
    <dgm:cxn modelId="{2463C69D-B0CF-4616-9E61-E6F1EAA80288}" type="presParOf" srcId="{199695E6-A4F0-4CCA-AE43-C127EA8516E4}" destId="{AD54FE67-BC5F-4FBB-A4EA-1E90B189D912}" srcOrd="1" destOrd="0" presId="urn:microsoft.com/office/officeart/2018/2/layout/IconVerticalSolidList"/>
    <dgm:cxn modelId="{70AE7F67-54E4-4FFC-897D-0A0973B6FF45}" type="presParOf" srcId="{199695E6-A4F0-4CCA-AE43-C127EA8516E4}" destId="{DCCC2414-F4A0-41EE-AB33-94176C61848E}" srcOrd="2" destOrd="0" presId="urn:microsoft.com/office/officeart/2018/2/layout/IconVerticalSolidList"/>
    <dgm:cxn modelId="{405BE768-112B-4511-AFF1-5F14928ECFCD}" type="presParOf" srcId="{199695E6-A4F0-4CCA-AE43-C127EA8516E4}" destId="{216E5BD9-9B80-4ACF-A698-0FC277330F51}" srcOrd="3" destOrd="0" presId="urn:microsoft.com/office/officeart/2018/2/layout/IconVerticalSolidList"/>
    <dgm:cxn modelId="{F20639EC-D1E9-4D2D-95E7-4DA7F74ED68E}" type="presParOf" srcId="{2E38574A-36CD-4904-BCFB-2FDB1372279B}" destId="{7CC7AF4A-C749-48D7-A284-226001FDB887}" srcOrd="3" destOrd="0" presId="urn:microsoft.com/office/officeart/2018/2/layout/IconVerticalSolidList"/>
    <dgm:cxn modelId="{03CA389D-2801-4A73-9887-9ED0B75D4CC4}" type="presParOf" srcId="{2E38574A-36CD-4904-BCFB-2FDB1372279B}" destId="{17D5FF8A-66B4-49E2-8F91-B054AFE234C1}" srcOrd="4" destOrd="0" presId="urn:microsoft.com/office/officeart/2018/2/layout/IconVerticalSolidList"/>
    <dgm:cxn modelId="{F5D705A6-9B1B-40FC-9E5D-E60A76835649}" type="presParOf" srcId="{17D5FF8A-66B4-49E2-8F91-B054AFE234C1}" destId="{7D600477-61EA-4629-AD9E-1947BAB33609}" srcOrd="0" destOrd="0" presId="urn:microsoft.com/office/officeart/2018/2/layout/IconVerticalSolidList"/>
    <dgm:cxn modelId="{40261AD8-CDA1-4F58-9CA6-9652726D8271}" type="presParOf" srcId="{17D5FF8A-66B4-49E2-8F91-B054AFE234C1}" destId="{38AF6E28-E3B8-44E8-B353-BD399E9C655F}" srcOrd="1" destOrd="0" presId="urn:microsoft.com/office/officeart/2018/2/layout/IconVerticalSolidList"/>
    <dgm:cxn modelId="{9A45ED77-F91A-49AE-A9AC-65CFBA2F7CB6}" type="presParOf" srcId="{17D5FF8A-66B4-49E2-8F91-B054AFE234C1}" destId="{FF56C925-215E-4521-BA3B-E0F196934420}" srcOrd="2" destOrd="0" presId="urn:microsoft.com/office/officeart/2018/2/layout/IconVerticalSolidList"/>
    <dgm:cxn modelId="{B979707E-2326-4B56-9D4A-B320CAC711B8}" type="presParOf" srcId="{17D5FF8A-66B4-49E2-8F91-B054AFE234C1}" destId="{866F04D2-36E3-4C95-BB16-113F4DC0C5D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58CE24-8360-4E4A-B26B-18BBF64F6EA3}" type="doc">
      <dgm:prSet loTypeId="urn:microsoft.com/office/officeart/2018/2/layout/IconCircleList" loCatId="icon" qsTypeId="urn:microsoft.com/office/officeart/2005/8/quickstyle/simple1" qsCatId="simple" csTypeId="urn:microsoft.com/office/officeart/2018/5/colors/Iconchunking_coloredtext_accent0_3" csCatId="mainScheme" phldr="1"/>
      <dgm:spPr/>
      <dgm:t>
        <a:bodyPr/>
        <a:lstStyle/>
        <a:p>
          <a:endParaRPr lang="en-US"/>
        </a:p>
      </dgm:t>
    </dgm:pt>
    <dgm:pt modelId="{E03AF064-163A-46DB-AE66-F9558237D3C1}">
      <dgm:prSet/>
      <dgm:spPr/>
      <dgm:t>
        <a:bodyPr/>
        <a:lstStyle/>
        <a:p>
          <a:r>
            <a:rPr lang="en-US" b="0" i="0" baseline="0"/>
            <a:t>Initial Project Planning</a:t>
          </a:r>
          <a:endParaRPr lang="en-US"/>
        </a:p>
      </dgm:t>
    </dgm:pt>
    <dgm:pt modelId="{986D773B-9526-4CD9-9941-A4EE8AB8FD5E}" type="parTrans" cxnId="{09575539-D660-48EB-A87F-DC72D10B3F15}">
      <dgm:prSet/>
      <dgm:spPr/>
      <dgm:t>
        <a:bodyPr/>
        <a:lstStyle/>
        <a:p>
          <a:endParaRPr lang="en-US"/>
        </a:p>
      </dgm:t>
    </dgm:pt>
    <dgm:pt modelId="{CC28A6D1-18D9-4AA2-95FE-70A7E333DA16}" type="sibTrans" cxnId="{09575539-D660-48EB-A87F-DC72D10B3F15}">
      <dgm:prSet/>
      <dgm:spPr/>
      <dgm:t>
        <a:bodyPr/>
        <a:lstStyle/>
        <a:p>
          <a:endParaRPr lang="en-US"/>
        </a:p>
      </dgm:t>
    </dgm:pt>
    <dgm:pt modelId="{07EF7CE1-67DF-40A3-9373-2B3AD3E69AFD}">
      <dgm:prSet/>
      <dgm:spPr/>
      <dgm:t>
        <a:bodyPr/>
        <a:lstStyle/>
        <a:p>
          <a:r>
            <a:rPr lang="en-US" b="0" i="0" baseline="0"/>
            <a:t>Seeking Funding or Grants</a:t>
          </a:r>
          <a:endParaRPr lang="en-US"/>
        </a:p>
      </dgm:t>
    </dgm:pt>
    <dgm:pt modelId="{C9EB9955-C243-4679-A21D-820ACB97E9A8}" type="parTrans" cxnId="{3182D935-D59F-4BF1-A324-689A7944543E}">
      <dgm:prSet/>
      <dgm:spPr/>
      <dgm:t>
        <a:bodyPr/>
        <a:lstStyle/>
        <a:p>
          <a:endParaRPr lang="en-US"/>
        </a:p>
      </dgm:t>
    </dgm:pt>
    <dgm:pt modelId="{2D7CE809-E46A-4838-8E2F-098A167567E3}" type="sibTrans" cxnId="{3182D935-D59F-4BF1-A324-689A7944543E}">
      <dgm:prSet/>
      <dgm:spPr/>
      <dgm:t>
        <a:bodyPr/>
        <a:lstStyle/>
        <a:p>
          <a:endParaRPr lang="en-US"/>
        </a:p>
      </dgm:t>
    </dgm:pt>
    <dgm:pt modelId="{476CCD4D-EF0F-4BCC-8FBF-315655F92006}">
      <dgm:prSet/>
      <dgm:spPr/>
      <dgm:t>
        <a:bodyPr/>
        <a:lstStyle/>
        <a:p>
          <a:r>
            <a:rPr lang="en-US" b="0" i="0" baseline="0"/>
            <a:t>Client Engagement</a:t>
          </a:r>
          <a:endParaRPr lang="en-US"/>
        </a:p>
      </dgm:t>
    </dgm:pt>
    <dgm:pt modelId="{83707C11-D71A-4AE5-BE55-418AD39C20E9}" type="parTrans" cxnId="{CF8D3985-ED2E-4F89-96FA-45975009B3F8}">
      <dgm:prSet/>
      <dgm:spPr/>
      <dgm:t>
        <a:bodyPr/>
        <a:lstStyle/>
        <a:p>
          <a:endParaRPr lang="en-US"/>
        </a:p>
      </dgm:t>
    </dgm:pt>
    <dgm:pt modelId="{A61A515F-47C0-45F8-BF10-606E8AD7722E}" type="sibTrans" cxnId="{CF8D3985-ED2E-4F89-96FA-45975009B3F8}">
      <dgm:prSet/>
      <dgm:spPr/>
      <dgm:t>
        <a:bodyPr/>
        <a:lstStyle/>
        <a:p>
          <a:endParaRPr lang="en-US"/>
        </a:p>
      </dgm:t>
    </dgm:pt>
    <dgm:pt modelId="{EF2C2FBB-5AA0-4EAD-945A-F1E53FE55FF0}">
      <dgm:prSet/>
      <dgm:spPr/>
      <dgm:t>
        <a:bodyPr/>
        <a:lstStyle/>
        <a:p>
          <a:r>
            <a:rPr lang="en-US" b="0" i="0" baseline="0"/>
            <a:t>Internal Approval</a:t>
          </a:r>
          <a:endParaRPr lang="en-US"/>
        </a:p>
      </dgm:t>
    </dgm:pt>
    <dgm:pt modelId="{D052760D-3EB8-4684-867C-759793DB8402}" type="parTrans" cxnId="{04E27D40-8E8F-475C-B03B-B68259D9077A}">
      <dgm:prSet/>
      <dgm:spPr/>
      <dgm:t>
        <a:bodyPr/>
        <a:lstStyle/>
        <a:p>
          <a:endParaRPr lang="en-US"/>
        </a:p>
      </dgm:t>
    </dgm:pt>
    <dgm:pt modelId="{D8C313B3-0A55-4571-B4FF-9350DEF62BC4}" type="sibTrans" cxnId="{04E27D40-8E8F-475C-B03B-B68259D9077A}">
      <dgm:prSet/>
      <dgm:spPr/>
      <dgm:t>
        <a:bodyPr/>
        <a:lstStyle/>
        <a:p>
          <a:endParaRPr lang="en-US"/>
        </a:p>
      </dgm:t>
    </dgm:pt>
    <dgm:pt modelId="{35B5E75B-7421-4627-83F9-FF99E64AD094}">
      <dgm:prSet/>
      <dgm:spPr/>
      <dgm:t>
        <a:bodyPr/>
        <a:lstStyle/>
        <a:p>
          <a:r>
            <a:rPr lang="en-US" b="0" i="0" baseline="0"/>
            <a:t>Collaborative Projects</a:t>
          </a:r>
          <a:endParaRPr lang="en-US"/>
        </a:p>
      </dgm:t>
    </dgm:pt>
    <dgm:pt modelId="{F9802FFC-F900-425B-A242-B36819F9B2D7}" type="parTrans" cxnId="{62E012BB-C585-4C54-97D0-ABAE644C8320}">
      <dgm:prSet/>
      <dgm:spPr/>
      <dgm:t>
        <a:bodyPr/>
        <a:lstStyle/>
        <a:p>
          <a:endParaRPr lang="en-US"/>
        </a:p>
      </dgm:t>
    </dgm:pt>
    <dgm:pt modelId="{5C2F61BD-6800-427B-B235-F12A830D98E5}" type="sibTrans" cxnId="{62E012BB-C585-4C54-97D0-ABAE644C8320}">
      <dgm:prSet/>
      <dgm:spPr/>
      <dgm:t>
        <a:bodyPr/>
        <a:lstStyle/>
        <a:p>
          <a:endParaRPr lang="en-US"/>
        </a:p>
      </dgm:t>
    </dgm:pt>
    <dgm:pt modelId="{BBE93D17-D844-4CA6-9227-9405CFB80AD3}">
      <dgm:prSet/>
      <dgm:spPr/>
      <dgm:t>
        <a:bodyPr/>
        <a:lstStyle/>
        <a:p>
          <a:r>
            <a:rPr lang="en-US" b="0" i="0" baseline="0"/>
            <a:t>Project Expansion or Changes</a:t>
          </a:r>
          <a:endParaRPr lang="en-US"/>
        </a:p>
      </dgm:t>
    </dgm:pt>
    <dgm:pt modelId="{74BE4D57-513D-4EDF-8B44-F1EBE4EEF687}" type="parTrans" cxnId="{62C9D4E6-CEA3-474F-8A56-430A3B4DFF9C}">
      <dgm:prSet/>
      <dgm:spPr/>
      <dgm:t>
        <a:bodyPr/>
        <a:lstStyle/>
        <a:p>
          <a:endParaRPr lang="en-US"/>
        </a:p>
      </dgm:t>
    </dgm:pt>
    <dgm:pt modelId="{63672951-A4BF-466A-A5B2-26CEEE3A5731}" type="sibTrans" cxnId="{62C9D4E6-CEA3-474F-8A56-430A3B4DFF9C}">
      <dgm:prSet/>
      <dgm:spPr/>
      <dgm:t>
        <a:bodyPr/>
        <a:lstStyle/>
        <a:p>
          <a:endParaRPr lang="en-US"/>
        </a:p>
      </dgm:t>
    </dgm:pt>
    <dgm:pt modelId="{E0672A69-CCBA-46C3-834E-4A1368DA231F}">
      <dgm:prSet/>
      <dgm:spPr/>
      <dgm:t>
        <a:bodyPr/>
        <a:lstStyle/>
        <a:p>
          <a:r>
            <a:rPr lang="en-US" b="0" i="0" baseline="0"/>
            <a:t>Formalizing Ideas </a:t>
          </a:r>
          <a:endParaRPr lang="en-US"/>
        </a:p>
      </dgm:t>
    </dgm:pt>
    <dgm:pt modelId="{CD7D043A-28CD-443F-8243-F23304F16F26}" type="parTrans" cxnId="{04AA2003-711C-4EF6-B434-BDCE64F4DEB9}">
      <dgm:prSet/>
      <dgm:spPr/>
      <dgm:t>
        <a:bodyPr/>
        <a:lstStyle/>
        <a:p>
          <a:endParaRPr lang="en-US"/>
        </a:p>
      </dgm:t>
    </dgm:pt>
    <dgm:pt modelId="{A44E0889-AF94-4E75-A0DB-AA12721DA605}" type="sibTrans" cxnId="{04AA2003-711C-4EF6-B434-BDCE64F4DEB9}">
      <dgm:prSet/>
      <dgm:spPr/>
      <dgm:t>
        <a:bodyPr/>
        <a:lstStyle/>
        <a:p>
          <a:endParaRPr lang="en-US"/>
        </a:p>
      </dgm:t>
    </dgm:pt>
    <dgm:pt modelId="{B686EB1D-6ACA-48DE-A789-7B5D9C2B814E}" type="pres">
      <dgm:prSet presAssocID="{1658CE24-8360-4E4A-B26B-18BBF64F6EA3}" presName="root" presStyleCnt="0">
        <dgm:presLayoutVars>
          <dgm:dir/>
          <dgm:resizeHandles val="exact"/>
        </dgm:presLayoutVars>
      </dgm:prSet>
      <dgm:spPr/>
    </dgm:pt>
    <dgm:pt modelId="{5E5F6B5E-BCA8-4F70-B28A-5C5D977E8C80}" type="pres">
      <dgm:prSet presAssocID="{1658CE24-8360-4E4A-B26B-18BBF64F6EA3}" presName="container" presStyleCnt="0">
        <dgm:presLayoutVars>
          <dgm:dir/>
          <dgm:resizeHandles val="exact"/>
        </dgm:presLayoutVars>
      </dgm:prSet>
      <dgm:spPr/>
    </dgm:pt>
    <dgm:pt modelId="{BD95F632-0C07-4305-8C3F-0925F5D7A4B4}" type="pres">
      <dgm:prSet presAssocID="{E03AF064-163A-46DB-AE66-F9558237D3C1}" presName="compNode" presStyleCnt="0"/>
      <dgm:spPr/>
    </dgm:pt>
    <dgm:pt modelId="{B552F3DA-ED81-4359-B74E-3036A5884F84}" type="pres">
      <dgm:prSet presAssocID="{E03AF064-163A-46DB-AE66-F9558237D3C1}" presName="iconBgRect" presStyleLbl="bgShp" presStyleIdx="0" presStyleCnt="7"/>
      <dgm:spPr/>
    </dgm:pt>
    <dgm:pt modelId="{051CB05B-5970-4C4F-9506-50C00A9B302B}" type="pres">
      <dgm:prSet presAssocID="{E03AF064-163A-46DB-AE66-F9558237D3C1}"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B75C067-CA5B-4BF8-BEB5-92B4B6279E47}" type="pres">
      <dgm:prSet presAssocID="{E03AF064-163A-46DB-AE66-F9558237D3C1}" presName="spaceRect" presStyleCnt="0"/>
      <dgm:spPr/>
    </dgm:pt>
    <dgm:pt modelId="{9DD78723-1212-4D2B-A4C7-FA03491D541D}" type="pres">
      <dgm:prSet presAssocID="{E03AF064-163A-46DB-AE66-F9558237D3C1}" presName="textRect" presStyleLbl="revTx" presStyleIdx="0" presStyleCnt="7">
        <dgm:presLayoutVars>
          <dgm:chMax val="1"/>
          <dgm:chPref val="1"/>
        </dgm:presLayoutVars>
      </dgm:prSet>
      <dgm:spPr/>
    </dgm:pt>
    <dgm:pt modelId="{1F935786-DE56-40F4-B902-67AF9C46519C}" type="pres">
      <dgm:prSet presAssocID="{CC28A6D1-18D9-4AA2-95FE-70A7E333DA16}" presName="sibTrans" presStyleLbl="sibTrans2D1" presStyleIdx="0" presStyleCnt="0"/>
      <dgm:spPr/>
    </dgm:pt>
    <dgm:pt modelId="{60188EB6-0601-4C9B-984F-912446970399}" type="pres">
      <dgm:prSet presAssocID="{07EF7CE1-67DF-40A3-9373-2B3AD3E69AFD}" presName="compNode" presStyleCnt="0"/>
      <dgm:spPr/>
    </dgm:pt>
    <dgm:pt modelId="{E03D425E-95A7-49B8-AE00-FF28D510B0B2}" type="pres">
      <dgm:prSet presAssocID="{07EF7CE1-67DF-40A3-9373-2B3AD3E69AFD}" presName="iconBgRect" presStyleLbl="bgShp" presStyleIdx="1" presStyleCnt="7"/>
      <dgm:spPr/>
    </dgm:pt>
    <dgm:pt modelId="{9970F11F-96A5-49E3-AE9F-040899FE6B32}" type="pres">
      <dgm:prSet presAssocID="{07EF7CE1-67DF-40A3-9373-2B3AD3E69AFD}"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7E3A9595-68B4-4F15-85B5-EF81E3945B73}" type="pres">
      <dgm:prSet presAssocID="{07EF7CE1-67DF-40A3-9373-2B3AD3E69AFD}" presName="spaceRect" presStyleCnt="0"/>
      <dgm:spPr/>
    </dgm:pt>
    <dgm:pt modelId="{73C4B653-D832-4859-813F-E85F1F295327}" type="pres">
      <dgm:prSet presAssocID="{07EF7CE1-67DF-40A3-9373-2B3AD3E69AFD}" presName="textRect" presStyleLbl="revTx" presStyleIdx="1" presStyleCnt="7">
        <dgm:presLayoutVars>
          <dgm:chMax val="1"/>
          <dgm:chPref val="1"/>
        </dgm:presLayoutVars>
      </dgm:prSet>
      <dgm:spPr/>
    </dgm:pt>
    <dgm:pt modelId="{FCA8F604-314E-4D36-B1CF-CE19398C5F74}" type="pres">
      <dgm:prSet presAssocID="{2D7CE809-E46A-4838-8E2F-098A167567E3}" presName="sibTrans" presStyleLbl="sibTrans2D1" presStyleIdx="0" presStyleCnt="0"/>
      <dgm:spPr/>
    </dgm:pt>
    <dgm:pt modelId="{41C6620F-9906-419C-B886-F8607C65066D}" type="pres">
      <dgm:prSet presAssocID="{476CCD4D-EF0F-4BCC-8FBF-315655F92006}" presName="compNode" presStyleCnt="0"/>
      <dgm:spPr/>
    </dgm:pt>
    <dgm:pt modelId="{4822EFB2-6664-4D1A-BCEE-9127BFA9A688}" type="pres">
      <dgm:prSet presAssocID="{476CCD4D-EF0F-4BCC-8FBF-315655F92006}" presName="iconBgRect" presStyleLbl="bgShp" presStyleIdx="2" presStyleCnt="7"/>
      <dgm:spPr/>
    </dgm:pt>
    <dgm:pt modelId="{7A0AF50B-9970-44A2-BF6A-E68F0D218173}" type="pres">
      <dgm:prSet presAssocID="{476CCD4D-EF0F-4BCC-8FBF-315655F92006}"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C09C8F57-AF2D-4CB5-896C-EEED838931FF}" type="pres">
      <dgm:prSet presAssocID="{476CCD4D-EF0F-4BCC-8FBF-315655F92006}" presName="spaceRect" presStyleCnt="0"/>
      <dgm:spPr/>
    </dgm:pt>
    <dgm:pt modelId="{66FCC29C-834D-468C-BD64-B103E4E32AEE}" type="pres">
      <dgm:prSet presAssocID="{476CCD4D-EF0F-4BCC-8FBF-315655F92006}" presName="textRect" presStyleLbl="revTx" presStyleIdx="2" presStyleCnt="7">
        <dgm:presLayoutVars>
          <dgm:chMax val="1"/>
          <dgm:chPref val="1"/>
        </dgm:presLayoutVars>
      </dgm:prSet>
      <dgm:spPr/>
    </dgm:pt>
    <dgm:pt modelId="{D95AC21A-1AB3-4CF8-A00A-CD709AAABBB4}" type="pres">
      <dgm:prSet presAssocID="{A61A515F-47C0-45F8-BF10-606E8AD7722E}" presName="sibTrans" presStyleLbl="sibTrans2D1" presStyleIdx="0" presStyleCnt="0"/>
      <dgm:spPr/>
    </dgm:pt>
    <dgm:pt modelId="{9EBC05E4-ABB9-4CDB-84E2-191BFFAF6301}" type="pres">
      <dgm:prSet presAssocID="{EF2C2FBB-5AA0-4EAD-945A-F1E53FE55FF0}" presName="compNode" presStyleCnt="0"/>
      <dgm:spPr/>
    </dgm:pt>
    <dgm:pt modelId="{A664A995-316E-479B-8AAE-4F6604A5A1F7}" type="pres">
      <dgm:prSet presAssocID="{EF2C2FBB-5AA0-4EAD-945A-F1E53FE55FF0}" presName="iconBgRect" presStyleLbl="bgShp" presStyleIdx="3" presStyleCnt="7"/>
      <dgm:spPr/>
    </dgm:pt>
    <dgm:pt modelId="{165DB81D-C9E3-4392-B80B-2D526C3DAAD9}" type="pres">
      <dgm:prSet presAssocID="{EF2C2FBB-5AA0-4EAD-945A-F1E53FE55FF0}"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 List"/>
        </a:ext>
      </dgm:extLst>
    </dgm:pt>
    <dgm:pt modelId="{F3E5CBD2-8EEB-4D58-992C-22BDD6CDD655}" type="pres">
      <dgm:prSet presAssocID="{EF2C2FBB-5AA0-4EAD-945A-F1E53FE55FF0}" presName="spaceRect" presStyleCnt="0"/>
      <dgm:spPr/>
    </dgm:pt>
    <dgm:pt modelId="{C2455BCF-F23B-40A6-84B2-E701F6E1770F}" type="pres">
      <dgm:prSet presAssocID="{EF2C2FBB-5AA0-4EAD-945A-F1E53FE55FF0}" presName="textRect" presStyleLbl="revTx" presStyleIdx="3" presStyleCnt="7">
        <dgm:presLayoutVars>
          <dgm:chMax val="1"/>
          <dgm:chPref val="1"/>
        </dgm:presLayoutVars>
      </dgm:prSet>
      <dgm:spPr/>
    </dgm:pt>
    <dgm:pt modelId="{E991DC2E-198B-4269-B187-BEF86E0D4220}" type="pres">
      <dgm:prSet presAssocID="{D8C313B3-0A55-4571-B4FF-9350DEF62BC4}" presName="sibTrans" presStyleLbl="sibTrans2D1" presStyleIdx="0" presStyleCnt="0"/>
      <dgm:spPr/>
    </dgm:pt>
    <dgm:pt modelId="{CF7F6DF9-DA54-4D55-8351-0456498BC1AB}" type="pres">
      <dgm:prSet presAssocID="{35B5E75B-7421-4627-83F9-FF99E64AD094}" presName="compNode" presStyleCnt="0"/>
      <dgm:spPr/>
    </dgm:pt>
    <dgm:pt modelId="{4A478B9D-A891-41B9-9044-87A3D58D14C8}" type="pres">
      <dgm:prSet presAssocID="{35B5E75B-7421-4627-83F9-FF99E64AD094}" presName="iconBgRect" presStyleLbl="bgShp" presStyleIdx="4" presStyleCnt="7"/>
      <dgm:spPr/>
    </dgm:pt>
    <dgm:pt modelId="{66D85F31-3196-464D-BDB1-E4F56F0DAB96}" type="pres">
      <dgm:prSet presAssocID="{35B5E75B-7421-4627-83F9-FF99E64AD094}"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eeting"/>
        </a:ext>
      </dgm:extLst>
    </dgm:pt>
    <dgm:pt modelId="{AE2CBB6F-91BF-4629-9492-8C9D55CFD5F8}" type="pres">
      <dgm:prSet presAssocID="{35B5E75B-7421-4627-83F9-FF99E64AD094}" presName="spaceRect" presStyleCnt="0"/>
      <dgm:spPr/>
    </dgm:pt>
    <dgm:pt modelId="{68DEAA50-67F9-454E-A302-28FA0851D601}" type="pres">
      <dgm:prSet presAssocID="{35B5E75B-7421-4627-83F9-FF99E64AD094}" presName="textRect" presStyleLbl="revTx" presStyleIdx="4" presStyleCnt="7">
        <dgm:presLayoutVars>
          <dgm:chMax val="1"/>
          <dgm:chPref val="1"/>
        </dgm:presLayoutVars>
      </dgm:prSet>
      <dgm:spPr/>
    </dgm:pt>
    <dgm:pt modelId="{68BB6090-6624-4F54-B533-7A0CC46A57C2}" type="pres">
      <dgm:prSet presAssocID="{5C2F61BD-6800-427B-B235-F12A830D98E5}" presName="sibTrans" presStyleLbl="sibTrans2D1" presStyleIdx="0" presStyleCnt="0"/>
      <dgm:spPr/>
    </dgm:pt>
    <dgm:pt modelId="{E428EF0C-3A41-4E10-9E77-6467FC3EBAF4}" type="pres">
      <dgm:prSet presAssocID="{BBE93D17-D844-4CA6-9227-9405CFB80AD3}" presName="compNode" presStyleCnt="0"/>
      <dgm:spPr/>
    </dgm:pt>
    <dgm:pt modelId="{29296254-D00E-43C4-ABD4-F53EBDB0A6E6}" type="pres">
      <dgm:prSet presAssocID="{BBE93D17-D844-4CA6-9227-9405CFB80AD3}" presName="iconBgRect" presStyleLbl="bgShp" presStyleIdx="5" presStyleCnt="7"/>
      <dgm:spPr/>
    </dgm:pt>
    <dgm:pt modelId="{8B3397B5-467B-4CBF-9BA6-204419716B1F}" type="pres">
      <dgm:prSet presAssocID="{BBE93D17-D844-4CA6-9227-9405CFB80AD3}"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Upward trend"/>
        </a:ext>
      </dgm:extLst>
    </dgm:pt>
    <dgm:pt modelId="{114A32CB-5568-4DFB-BD02-8B5A48A67046}" type="pres">
      <dgm:prSet presAssocID="{BBE93D17-D844-4CA6-9227-9405CFB80AD3}" presName="spaceRect" presStyleCnt="0"/>
      <dgm:spPr/>
    </dgm:pt>
    <dgm:pt modelId="{0059A550-19F5-4361-85B7-40B345F06E50}" type="pres">
      <dgm:prSet presAssocID="{BBE93D17-D844-4CA6-9227-9405CFB80AD3}" presName="textRect" presStyleLbl="revTx" presStyleIdx="5" presStyleCnt="7">
        <dgm:presLayoutVars>
          <dgm:chMax val="1"/>
          <dgm:chPref val="1"/>
        </dgm:presLayoutVars>
      </dgm:prSet>
      <dgm:spPr/>
    </dgm:pt>
    <dgm:pt modelId="{2E646AA7-0E5F-469E-A4BF-4321DCF94CC2}" type="pres">
      <dgm:prSet presAssocID="{63672951-A4BF-466A-A5B2-26CEEE3A5731}" presName="sibTrans" presStyleLbl="sibTrans2D1" presStyleIdx="0" presStyleCnt="0"/>
      <dgm:spPr/>
    </dgm:pt>
    <dgm:pt modelId="{3D0A79A4-A6DE-4686-891D-C4293D8FE638}" type="pres">
      <dgm:prSet presAssocID="{E0672A69-CCBA-46C3-834E-4A1368DA231F}" presName="compNode" presStyleCnt="0"/>
      <dgm:spPr/>
    </dgm:pt>
    <dgm:pt modelId="{4F9A9CAC-CD4C-4604-AF37-90B98118CBCA}" type="pres">
      <dgm:prSet presAssocID="{E0672A69-CCBA-46C3-834E-4A1368DA231F}" presName="iconBgRect" presStyleLbl="bgShp" presStyleIdx="6" presStyleCnt="7"/>
      <dgm:spPr/>
    </dgm:pt>
    <dgm:pt modelId="{8F679D40-267A-4B38-B72E-F37965D7BE46}" type="pres">
      <dgm:prSet presAssocID="{E0672A69-CCBA-46C3-834E-4A1368DA231F}"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Lightbulb"/>
        </a:ext>
      </dgm:extLst>
    </dgm:pt>
    <dgm:pt modelId="{7C2B26F7-55A8-456F-B9EB-B6BF37669718}" type="pres">
      <dgm:prSet presAssocID="{E0672A69-CCBA-46C3-834E-4A1368DA231F}" presName="spaceRect" presStyleCnt="0"/>
      <dgm:spPr/>
    </dgm:pt>
    <dgm:pt modelId="{AA0558A0-A8D7-4ED9-AAAA-D876C6616339}" type="pres">
      <dgm:prSet presAssocID="{E0672A69-CCBA-46C3-834E-4A1368DA231F}" presName="textRect" presStyleLbl="revTx" presStyleIdx="6" presStyleCnt="7">
        <dgm:presLayoutVars>
          <dgm:chMax val="1"/>
          <dgm:chPref val="1"/>
        </dgm:presLayoutVars>
      </dgm:prSet>
      <dgm:spPr/>
    </dgm:pt>
  </dgm:ptLst>
  <dgm:cxnLst>
    <dgm:cxn modelId="{04AA2003-711C-4EF6-B434-BDCE64F4DEB9}" srcId="{1658CE24-8360-4E4A-B26B-18BBF64F6EA3}" destId="{E0672A69-CCBA-46C3-834E-4A1368DA231F}" srcOrd="6" destOrd="0" parTransId="{CD7D043A-28CD-443F-8243-F23304F16F26}" sibTransId="{A44E0889-AF94-4E75-A0DB-AA12721DA605}"/>
    <dgm:cxn modelId="{21CDAF0F-0C3F-4F75-95E2-39B20CB92FF7}" type="presOf" srcId="{476CCD4D-EF0F-4BCC-8FBF-315655F92006}" destId="{66FCC29C-834D-468C-BD64-B103E4E32AEE}" srcOrd="0" destOrd="0" presId="urn:microsoft.com/office/officeart/2018/2/layout/IconCircleList"/>
    <dgm:cxn modelId="{47E24822-AA47-407E-812E-CCFA2B94BF3D}" type="presOf" srcId="{1658CE24-8360-4E4A-B26B-18BBF64F6EA3}" destId="{B686EB1D-6ACA-48DE-A789-7B5D9C2B814E}" srcOrd="0" destOrd="0" presId="urn:microsoft.com/office/officeart/2018/2/layout/IconCircleList"/>
    <dgm:cxn modelId="{600C882B-29F5-497A-B53B-F76EA6CBC90F}" type="presOf" srcId="{A61A515F-47C0-45F8-BF10-606E8AD7722E}" destId="{D95AC21A-1AB3-4CF8-A00A-CD709AAABBB4}" srcOrd="0" destOrd="0" presId="urn:microsoft.com/office/officeart/2018/2/layout/IconCircleList"/>
    <dgm:cxn modelId="{3182D935-D59F-4BF1-A324-689A7944543E}" srcId="{1658CE24-8360-4E4A-B26B-18BBF64F6EA3}" destId="{07EF7CE1-67DF-40A3-9373-2B3AD3E69AFD}" srcOrd="1" destOrd="0" parTransId="{C9EB9955-C243-4679-A21D-820ACB97E9A8}" sibTransId="{2D7CE809-E46A-4838-8E2F-098A167567E3}"/>
    <dgm:cxn modelId="{09575539-D660-48EB-A87F-DC72D10B3F15}" srcId="{1658CE24-8360-4E4A-B26B-18BBF64F6EA3}" destId="{E03AF064-163A-46DB-AE66-F9558237D3C1}" srcOrd="0" destOrd="0" parTransId="{986D773B-9526-4CD9-9941-A4EE8AB8FD5E}" sibTransId="{CC28A6D1-18D9-4AA2-95FE-70A7E333DA16}"/>
    <dgm:cxn modelId="{04E27D40-8E8F-475C-B03B-B68259D9077A}" srcId="{1658CE24-8360-4E4A-B26B-18BBF64F6EA3}" destId="{EF2C2FBB-5AA0-4EAD-945A-F1E53FE55FF0}" srcOrd="3" destOrd="0" parTransId="{D052760D-3EB8-4684-867C-759793DB8402}" sibTransId="{D8C313B3-0A55-4571-B4FF-9350DEF62BC4}"/>
    <dgm:cxn modelId="{D3F3B461-1F7C-42BE-B91B-D3D196B262D1}" type="presOf" srcId="{07EF7CE1-67DF-40A3-9373-2B3AD3E69AFD}" destId="{73C4B653-D832-4859-813F-E85F1F295327}" srcOrd="0" destOrd="0" presId="urn:microsoft.com/office/officeart/2018/2/layout/IconCircleList"/>
    <dgm:cxn modelId="{37109C65-837E-4D45-BE1F-2E089CF54AE1}" type="presOf" srcId="{D8C313B3-0A55-4571-B4FF-9350DEF62BC4}" destId="{E991DC2E-198B-4269-B187-BEF86E0D4220}" srcOrd="0" destOrd="0" presId="urn:microsoft.com/office/officeart/2018/2/layout/IconCircleList"/>
    <dgm:cxn modelId="{D8B58469-9E11-4D41-A753-45B4077042BF}" type="presOf" srcId="{E0672A69-CCBA-46C3-834E-4A1368DA231F}" destId="{AA0558A0-A8D7-4ED9-AAAA-D876C6616339}" srcOrd="0" destOrd="0" presId="urn:microsoft.com/office/officeart/2018/2/layout/IconCircleList"/>
    <dgm:cxn modelId="{9FE27F79-46F2-463E-9A58-F5F1279DB33A}" type="presOf" srcId="{EF2C2FBB-5AA0-4EAD-945A-F1E53FE55FF0}" destId="{C2455BCF-F23B-40A6-84B2-E701F6E1770F}" srcOrd="0" destOrd="0" presId="urn:microsoft.com/office/officeart/2018/2/layout/IconCircleList"/>
    <dgm:cxn modelId="{DF862281-C51B-44B5-8561-9CB9B12E6899}" type="presOf" srcId="{63672951-A4BF-466A-A5B2-26CEEE3A5731}" destId="{2E646AA7-0E5F-469E-A4BF-4321DCF94CC2}" srcOrd="0" destOrd="0" presId="urn:microsoft.com/office/officeart/2018/2/layout/IconCircleList"/>
    <dgm:cxn modelId="{B291E984-10E0-426A-9D34-17EAFE19F1C7}" type="presOf" srcId="{35B5E75B-7421-4627-83F9-FF99E64AD094}" destId="{68DEAA50-67F9-454E-A302-28FA0851D601}" srcOrd="0" destOrd="0" presId="urn:microsoft.com/office/officeart/2018/2/layout/IconCircleList"/>
    <dgm:cxn modelId="{CF8D3985-ED2E-4F89-96FA-45975009B3F8}" srcId="{1658CE24-8360-4E4A-B26B-18BBF64F6EA3}" destId="{476CCD4D-EF0F-4BCC-8FBF-315655F92006}" srcOrd="2" destOrd="0" parTransId="{83707C11-D71A-4AE5-BE55-418AD39C20E9}" sibTransId="{A61A515F-47C0-45F8-BF10-606E8AD7722E}"/>
    <dgm:cxn modelId="{61300EAC-0C15-4D2A-B036-E5770B2BCEBB}" type="presOf" srcId="{5C2F61BD-6800-427B-B235-F12A830D98E5}" destId="{68BB6090-6624-4F54-B533-7A0CC46A57C2}" srcOrd="0" destOrd="0" presId="urn:microsoft.com/office/officeart/2018/2/layout/IconCircleList"/>
    <dgm:cxn modelId="{62E012BB-C585-4C54-97D0-ABAE644C8320}" srcId="{1658CE24-8360-4E4A-B26B-18BBF64F6EA3}" destId="{35B5E75B-7421-4627-83F9-FF99E64AD094}" srcOrd="4" destOrd="0" parTransId="{F9802FFC-F900-425B-A242-B36819F9B2D7}" sibTransId="{5C2F61BD-6800-427B-B235-F12A830D98E5}"/>
    <dgm:cxn modelId="{62C9D4E6-CEA3-474F-8A56-430A3B4DFF9C}" srcId="{1658CE24-8360-4E4A-B26B-18BBF64F6EA3}" destId="{BBE93D17-D844-4CA6-9227-9405CFB80AD3}" srcOrd="5" destOrd="0" parTransId="{74BE4D57-513D-4EDF-8B44-F1EBE4EEF687}" sibTransId="{63672951-A4BF-466A-A5B2-26CEEE3A5731}"/>
    <dgm:cxn modelId="{39EB9AEB-BA54-497B-87B7-EAE3F7251965}" type="presOf" srcId="{2D7CE809-E46A-4838-8E2F-098A167567E3}" destId="{FCA8F604-314E-4D36-B1CF-CE19398C5F74}" srcOrd="0" destOrd="0" presId="urn:microsoft.com/office/officeart/2018/2/layout/IconCircleList"/>
    <dgm:cxn modelId="{0B2CF2F1-F619-4214-B061-8023193649E0}" type="presOf" srcId="{BBE93D17-D844-4CA6-9227-9405CFB80AD3}" destId="{0059A550-19F5-4361-85B7-40B345F06E50}" srcOrd="0" destOrd="0" presId="urn:microsoft.com/office/officeart/2018/2/layout/IconCircleList"/>
    <dgm:cxn modelId="{7A1F5DF7-6511-4DDB-9613-164DB949C97F}" type="presOf" srcId="{CC28A6D1-18D9-4AA2-95FE-70A7E333DA16}" destId="{1F935786-DE56-40F4-B902-67AF9C46519C}" srcOrd="0" destOrd="0" presId="urn:microsoft.com/office/officeart/2018/2/layout/IconCircleList"/>
    <dgm:cxn modelId="{DA1A05FA-D91E-4E42-993C-149DB347A6C0}" type="presOf" srcId="{E03AF064-163A-46DB-AE66-F9558237D3C1}" destId="{9DD78723-1212-4D2B-A4C7-FA03491D541D}" srcOrd="0" destOrd="0" presId="urn:microsoft.com/office/officeart/2018/2/layout/IconCircleList"/>
    <dgm:cxn modelId="{FDBDA131-AFE1-464F-9661-8FB37F28907B}" type="presParOf" srcId="{B686EB1D-6ACA-48DE-A789-7B5D9C2B814E}" destId="{5E5F6B5E-BCA8-4F70-B28A-5C5D977E8C80}" srcOrd="0" destOrd="0" presId="urn:microsoft.com/office/officeart/2018/2/layout/IconCircleList"/>
    <dgm:cxn modelId="{5C6E5DCC-CD4D-47C8-B2C8-F58EC332F32B}" type="presParOf" srcId="{5E5F6B5E-BCA8-4F70-B28A-5C5D977E8C80}" destId="{BD95F632-0C07-4305-8C3F-0925F5D7A4B4}" srcOrd="0" destOrd="0" presId="urn:microsoft.com/office/officeart/2018/2/layout/IconCircleList"/>
    <dgm:cxn modelId="{CE80E7E8-86BB-4413-8B45-6C7E9CC15D39}" type="presParOf" srcId="{BD95F632-0C07-4305-8C3F-0925F5D7A4B4}" destId="{B552F3DA-ED81-4359-B74E-3036A5884F84}" srcOrd="0" destOrd="0" presId="urn:microsoft.com/office/officeart/2018/2/layout/IconCircleList"/>
    <dgm:cxn modelId="{F3CD948D-7544-4267-8453-5E941F72E52B}" type="presParOf" srcId="{BD95F632-0C07-4305-8C3F-0925F5D7A4B4}" destId="{051CB05B-5970-4C4F-9506-50C00A9B302B}" srcOrd="1" destOrd="0" presId="urn:microsoft.com/office/officeart/2018/2/layout/IconCircleList"/>
    <dgm:cxn modelId="{B213E9CF-E0FE-48DA-BBB7-1309D81021EE}" type="presParOf" srcId="{BD95F632-0C07-4305-8C3F-0925F5D7A4B4}" destId="{CB75C067-CA5B-4BF8-BEB5-92B4B6279E47}" srcOrd="2" destOrd="0" presId="urn:microsoft.com/office/officeart/2018/2/layout/IconCircleList"/>
    <dgm:cxn modelId="{175A3CA9-0CD8-4A3D-B163-D445A7508599}" type="presParOf" srcId="{BD95F632-0C07-4305-8C3F-0925F5D7A4B4}" destId="{9DD78723-1212-4D2B-A4C7-FA03491D541D}" srcOrd="3" destOrd="0" presId="urn:microsoft.com/office/officeart/2018/2/layout/IconCircleList"/>
    <dgm:cxn modelId="{00461784-3BB5-49D9-83C8-44D4F9BB3B1E}" type="presParOf" srcId="{5E5F6B5E-BCA8-4F70-B28A-5C5D977E8C80}" destId="{1F935786-DE56-40F4-B902-67AF9C46519C}" srcOrd="1" destOrd="0" presId="urn:microsoft.com/office/officeart/2018/2/layout/IconCircleList"/>
    <dgm:cxn modelId="{0418A378-3F84-4A67-B113-5D015CDD1425}" type="presParOf" srcId="{5E5F6B5E-BCA8-4F70-B28A-5C5D977E8C80}" destId="{60188EB6-0601-4C9B-984F-912446970399}" srcOrd="2" destOrd="0" presId="urn:microsoft.com/office/officeart/2018/2/layout/IconCircleList"/>
    <dgm:cxn modelId="{7CFB683C-B5D1-4123-886A-804C00F5097C}" type="presParOf" srcId="{60188EB6-0601-4C9B-984F-912446970399}" destId="{E03D425E-95A7-49B8-AE00-FF28D510B0B2}" srcOrd="0" destOrd="0" presId="urn:microsoft.com/office/officeart/2018/2/layout/IconCircleList"/>
    <dgm:cxn modelId="{E1684C80-A6A6-4E0F-8F17-E6757EBE185C}" type="presParOf" srcId="{60188EB6-0601-4C9B-984F-912446970399}" destId="{9970F11F-96A5-49E3-AE9F-040899FE6B32}" srcOrd="1" destOrd="0" presId="urn:microsoft.com/office/officeart/2018/2/layout/IconCircleList"/>
    <dgm:cxn modelId="{8D7E2999-3AF7-4E7A-A100-07AC9CE19F74}" type="presParOf" srcId="{60188EB6-0601-4C9B-984F-912446970399}" destId="{7E3A9595-68B4-4F15-85B5-EF81E3945B73}" srcOrd="2" destOrd="0" presId="urn:microsoft.com/office/officeart/2018/2/layout/IconCircleList"/>
    <dgm:cxn modelId="{927995A4-F69C-497E-AC0B-0665A72C5C04}" type="presParOf" srcId="{60188EB6-0601-4C9B-984F-912446970399}" destId="{73C4B653-D832-4859-813F-E85F1F295327}" srcOrd="3" destOrd="0" presId="urn:microsoft.com/office/officeart/2018/2/layout/IconCircleList"/>
    <dgm:cxn modelId="{C9AD0823-06A7-4216-B7BD-31DB87D16EF0}" type="presParOf" srcId="{5E5F6B5E-BCA8-4F70-B28A-5C5D977E8C80}" destId="{FCA8F604-314E-4D36-B1CF-CE19398C5F74}" srcOrd="3" destOrd="0" presId="urn:microsoft.com/office/officeart/2018/2/layout/IconCircleList"/>
    <dgm:cxn modelId="{477F4ECF-EA0F-4BBE-B019-8ED00861EF3B}" type="presParOf" srcId="{5E5F6B5E-BCA8-4F70-B28A-5C5D977E8C80}" destId="{41C6620F-9906-419C-B886-F8607C65066D}" srcOrd="4" destOrd="0" presId="urn:microsoft.com/office/officeart/2018/2/layout/IconCircleList"/>
    <dgm:cxn modelId="{C10F9787-4B8E-4690-9A08-593EB707A05A}" type="presParOf" srcId="{41C6620F-9906-419C-B886-F8607C65066D}" destId="{4822EFB2-6664-4D1A-BCEE-9127BFA9A688}" srcOrd="0" destOrd="0" presId="urn:microsoft.com/office/officeart/2018/2/layout/IconCircleList"/>
    <dgm:cxn modelId="{D1CBA4D0-3D03-4BD1-BAD5-1DE803C8B888}" type="presParOf" srcId="{41C6620F-9906-419C-B886-F8607C65066D}" destId="{7A0AF50B-9970-44A2-BF6A-E68F0D218173}" srcOrd="1" destOrd="0" presId="urn:microsoft.com/office/officeart/2018/2/layout/IconCircleList"/>
    <dgm:cxn modelId="{A28A2608-CF40-4250-A969-ABA47B85B057}" type="presParOf" srcId="{41C6620F-9906-419C-B886-F8607C65066D}" destId="{C09C8F57-AF2D-4CB5-896C-EEED838931FF}" srcOrd="2" destOrd="0" presId="urn:microsoft.com/office/officeart/2018/2/layout/IconCircleList"/>
    <dgm:cxn modelId="{7537443E-BB02-4F7E-A22F-25A3C543089A}" type="presParOf" srcId="{41C6620F-9906-419C-B886-F8607C65066D}" destId="{66FCC29C-834D-468C-BD64-B103E4E32AEE}" srcOrd="3" destOrd="0" presId="urn:microsoft.com/office/officeart/2018/2/layout/IconCircleList"/>
    <dgm:cxn modelId="{043D5323-CB23-4775-9FA5-79D482E2FDE4}" type="presParOf" srcId="{5E5F6B5E-BCA8-4F70-B28A-5C5D977E8C80}" destId="{D95AC21A-1AB3-4CF8-A00A-CD709AAABBB4}" srcOrd="5" destOrd="0" presId="urn:microsoft.com/office/officeart/2018/2/layout/IconCircleList"/>
    <dgm:cxn modelId="{DD3E2C78-53E4-472A-81B8-A33ACDC8AE30}" type="presParOf" srcId="{5E5F6B5E-BCA8-4F70-B28A-5C5D977E8C80}" destId="{9EBC05E4-ABB9-4CDB-84E2-191BFFAF6301}" srcOrd="6" destOrd="0" presId="urn:microsoft.com/office/officeart/2018/2/layout/IconCircleList"/>
    <dgm:cxn modelId="{2099EACA-ABD3-4F8B-A424-B075FD095807}" type="presParOf" srcId="{9EBC05E4-ABB9-4CDB-84E2-191BFFAF6301}" destId="{A664A995-316E-479B-8AAE-4F6604A5A1F7}" srcOrd="0" destOrd="0" presId="urn:microsoft.com/office/officeart/2018/2/layout/IconCircleList"/>
    <dgm:cxn modelId="{215D8D8F-8A32-419A-9407-46FA4CBAC044}" type="presParOf" srcId="{9EBC05E4-ABB9-4CDB-84E2-191BFFAF6301}" destId="{165DB81D-C9E3-4392-B80B-2D526C3DAAD9}" srcOrd="1" destOrd="0" presId="urn:microsoft.com/office/officeart/2018/2/layout/IconCircleList"/>
    <dgm:cxn modelId="{A33DC9CF-7076-43CF-99F9-22681C2CE98B}" type="presParOf" srcId="{9EBC05E4-ABB9-4CDB-84E2-191BFFAF6301}" destId="{F3E5CBD2-8EEB-4D58-992C-22BDD6CDD655}" srcOrd="2" destOrd="0" presId="urn:microsoft.com/office/officeart/2018/2/layout/IconCircleList"/>
    <dgm:cxn modelId="{EB1AB9DB-F017-4493-B6C7-A484026866A2}" type="presParOf" srcId="{9EBC05E4-ABB9-4CDB-84E2-191BFFAF6301}" destId="{C2455BCF-F23B-40A6-84B2-E701F6E1770F}" srcOrd="3" destOrd="0" presId="urn:microsoft.com/office/officeart/2018/2/layout/IconCircleList"/>
    <dgm:cxn modelId="{DE08F18B-842D-4EF0-A264-A3C9BD1DE9C0}" type="presParOf" srcId="{5E5F6B5E-BCA8-4F70-B28A-5C5D977E8C80}" destId="{E991DC2E-198B-4269-B187-BEF86E0D4220}" srcOrd="7" destOrd="0" presId="urn:microsoft.com/office/officeart/2018/2/layout/IconCircleList"/>
    <dgm:cxn modelId="{E6B306A7-3C73-4FA8-BABD-A87B03F74E7A}" type="presParOf" srcId="{5E5F6B5E-BCA8-4F70-B28A-5C5D977E8C80}" destId="{CF7F6DF9-DA54-4D55-8351-0456498BC1AB}" srcOrd="8" destOrd="0" presId="urn:microsoft.com/office/officeart/2018/2/layout/IconCircleList"/>
    <dgm:cxn modelId="{38255D56-CD56-4796-A8A8-2AE578DAC205}" type="presParOf" srcId="{CF7F6DF9-DA54-4D55-8351-0456498BC1AB}" destId="{4A478B9D-A891-41B9-9044-87A3D58D14C8}" srcOrd="0" destOrd="0" presId="urn:microsoft.com/office/officeart/2018/2/layout/IconCircleList"/>
    <dgm:cxn modelId="{AFE436D1-1083-482E-8FDF-2A6FB080B08A}" type="presParOf" srcId="{CF7F6DF9-DA54-4D55-8351-0456498BC1AB}" destId="{66D85F31-3196-464D-BDB1-E4F56F0DAB96}" srcOrd="1" destOrd="0" presId="urn:microsoft.com/office/officeart/2018/2/layout/IconCircleList"/>
    <dgm:cxn modelId="{F5768272-018B-475A-B23E-5B6CA318988A}" type="presParOf" srcId="{CF7F6DF9-DA54-4D55-8351-0456498BC1AB}" destId="{AE2CBB6F-91BF-4629-9492-8C9D55CFD5F8}" srcOrd="2" destOrd="0" presId="urn:microsoft.com/office/officeart/2018/2/layout/IconCircleList"/>
    <dgm:cxn modelId="{F3D1F423-E446-425C-B403-1C1A6829B763}" type="presParOf" srcId="{CF7F6DF9-DA54-4D55-8351-0456498BC1AB}" destId="{68DEAA50-67F9-454E-A302-28FA0851D601}" srcOrd="3" destOrd="0" presId="urn:microsoft.com/office/officeart/2018/2/layout/IconCircleList"/>
    <dgm:cxn modelId="{940121C6-6297-4359-ADD3-A8005543908F}" type="presParOf" srcId="{5E5F6B5E-BCA8-4F70-B28A-5C5D977E8C80}" destId="{68BB6090-6624-4F54-B533-7A0CC46A57C2}" srcOrd="9" destOrd="0" presId="urn:microsoft.com/office/officeart/2018/2/layout/IconCircleList"/>
    <dgm:cxn modelId="{98216B12-EA96-4B62-AA2E-7743EF77124C}" type="presParOf" srcId="{5E5F6B5E-BCA8-4F70-B28A-5C5D977E8C80}" destId="{E428EF0C-3A41-4E10-9E77-6467FC3EBAF4}" srcOrd="10" destOrd="0" presId="urn:microsoft.com/office/officeart/2018/2/layout/IconCircleList"/>
    <dgm:cxn modelId="{165A8ACF-03E7-4591-A5D9-86C61B0747A2}" type="presParOf" srcId="{E428EF0C-3A41-4E10-9E77-6467FC3EBAF4}" destId="{29296254-D00E-43C4-ABD4-F53EBDB0A6E6}" srcOrd="0" destOrd="0" presId="urn:microsoft.com/office/officeart/2018/2/layout/IconCircleList"/>
    <dgm:cxn modelId="{B0A4D34A-58D4-44D1-84E7-63BDF6F9E286}" type="presParOf" srcId="{E428EF0C-3A41-4E10-9E77-6467FC3EBAF4}" destId="{8B3397B5-467B-4CBF-9BA6-204419716B1F}" srcOrd="1" destOrd="0" presId="urn:microsoft.com/office/officeart/2018/2/layout/IconCircleList"/>
    <dgm:cxn modelId="{9988C343-A69C-4E0D-952D-265F1FF18953}" type="presParOf" srcId="{E428EF0C-3A41-4E10-9E77-6467FC3EBAF4}" destId="{114A32CB-5568-4DFB-BD02-8B5A48A67046}" srcOrd="2" destOrd="0" presId="urn:microsoft.com/office/officeart/2018/2/layout/IconCircleList"/>
    <dgm:cxn modelId="{4BAAF088-9C13-4FCF-BBCF-3D16EDD6A511}" type="presParOf" srcId="{E428EF0C-3A41-4E10-9E77-6467FC3EBAF4}" destId="{0059A550-19F5-4361-85B7-40B345F06E50}" srcOrd="3" destOrd="0" presId="urn:microsoft.com/office/officeart/2018/2/layout/IconCircleList"/>
    <dgm:cxn modelId="{1E0107E9-D05D-4608-B80E-D2533C15D180}" type="presParOf" srcId="{5E5F6B5E-BCA8-4F70-B28A-5C5D977E8C80}" destId="{2E646AA7-0E5F-469E-A4BF-4321DCF94CC2}" srcOrd="11" destOrd="0" presId="urn:microsoft.com/office/officeart/2018/2/layout/IconCircleList"/>
    <dgm:cxn modelId="{0B845C08-B7CA-4CFB-AAD4-5462538AD00E}" type="presParOf" srcId="{5E5F6B5E-BCA8-4F70-B28A-5C5D977E8C80}" destId="{3D0A79A4-A6DE-4686-891D-C4293D8FE638}" srcOrd="12" destOrd="0" presId="urn:microsoft.com/office/officeart/2018/2/layout/IconCircleList"/>
    <dgm:cxn modelId="{607C7AD1-77F8-4D64-8A74-39BEFB87D9AF}" type="presParOf" srcId="{3D0A79A4-A6DE-4686-891D-C4293D8FE638}" destId="{4F9A9CAC-CD4C-4604-AF37-90B98118CBCA}" srcOrd="0" destOrd="0" presId="urn:microsoft.com/office/officeart/2018/2/layout/IconCircleList"/>
    <dgm:cxn modelId="{C8055701-F0D9-49F9-BD00-862ECDDD397E}" type="presParOf" srcId="{3D0A79A4-A6DE-4686-891D-C4293D8FE638}" destId="{8F679D40-267A-4B38-B72E-F37965D7BE46}" srcOrd="1" destOrd="0" presId="urn:microsoft.com/office/officeart/2018/2/layout/IconCircleList"/>
    <dgm:cxn modelId="{560CFEE3-D20A-4DA6-893E-4C832F2DE7FA}" type="presParOf" srcId="{3D0A79A4-A6DE-4686-891D-C4293D8FE638}" destId="{7C2B26F7-55A8-456F-B9EB-B6BF37669718}" srcOrd="2" destOrd="0" presId="urn:microsoft.com/office/officeart/2018/2/layout/IconCircleList"/>
    <dgm:cxn modelId="{E78C87B7-FC61-49C2-B0DC-8744D14377F9}" type="presParOf" srcId="{3D0A79A4-A6DE-4686-891D-C4293D8FE638}" destId="{AA0558A0-A8D7-4ED9-AAAA-D876C6616339}"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A325AE5-63A5-4A1F-A217-C0525108D42F}" type="doc">
      <dgm:prSet loTypeId="urn:microsoft.com/office/officeart/2008/layout/LinedList" loCatId="list" qsTypeId="urn:microsoft.com/office/officeart/2005/8/quickstyle/simple1" qsCatId="simple" csTypeId="urn:microsoft.com/office/officeart/2005/8/colors/accent4_2" csCatId="accent4"/>
      <dgm:spPr/>
      <dgm:t>
        <a:bodyPr/>
        <a:lstStyle/>
        <a:p>
          <a:endParaRPr lang="en-US"/>
        </a:p>
      </dgm:t>
    </dgm:pt>
    <dgm:pt modelId="{F3388C5C-DDD1-4971-B015-748A447E1C6B}">
      <dgm:prSet/>
      <dgm:spPr/>
      <dgm:t>
        <a:bodyPr/>
        <a:lstStyle/>
        <a:p>
          <a:r>
            <a:rPr lang="en-US" b="1"/>
            <a:t>Solicited proposals</a:t>
          </a:r>
          <a:endParaRPr lang="en-US"/>
        </a:p>
      </dgm:t>
    </dgm:pt>
    <dgm:pt modelId="{C27C8076-E88F-480F-B96E-B8BB87AEAE1F}" type="parTrans" cxnId="{C8DBE744-037A-432E-9560-50061980D3D3}">
      <dgm:prSet/>
      <dgm:spPr/>
      <dgm:t>
        <a:bodyPr/>
        <a:lstStyle/>
        <a:p>
          <a:endParaRPr lang="en-US"/>
        </a:p>
      </dgm:t>
    </dgm:pt>
    <dgm:pt modelId="{61EF4E9F-6178-49AD-ADDB-1116C02EF188}" type="sibTrans" cxnId="{C8DBE744-037A-432E-9560-50061980D3D3}">
      <dgm:prSet/>
      <dgm:spPr/>
      <dgm:t>
        <a:bodyPr/>
        <a:lstStyle/>
        <a:p>
          <a:endParaRPr lang="en-US"/>
        </a:p>
      </dgm:t>
    </dgm:pt>
    <dgm:pt modelId="{8EAF2212-BDD9-47E2-86B6-E2C870149ECB}">
      <dgm:prSet/>
      <dgm:spPr/>
      <dgm:t>
        <a:bodyPr/>
        <a:lstStyle/>
        <a:p>
          <a:r>
            <a:rPr lang="en-US" b="1"/>
            <a:t>Unsolicited proposals</a:t>
          </a:r>
          <a:endParaRPr lang="en-US"/>
        </a:p>
      </dgm:t>
    </dgm:pt>
    <dgm:pt modelId="{358CEAA8-7B45-402A-8733-458883B83993}" type="parTrans" cxnId="{C8B68068-E05C-4455-9912-A3000DD67D88}">
      <dgm:prSet/>
      <dgm:spPr/>
      <dgm:t>
        <a:bodyPr/>
        <a:lstStyle/>
        <a:p>
          <a:endParaRPr lang="en-US"/>
        </a:p>
      </dgm:t>
    </dgm:pt>
    <dgm:pt modelId="{BC7E07A4-1E5F-4D98-845A-255C89EDC751}" type="sibTrans" cxnId="{C8B68068-E05C-4455-9912-A3000DD67D88}">
      <dgm:prSet/>
      <dgm:spPr/>
      <dgm:t>
        <a:bodyPr/>
        <a:lstStyle/>
        <a:p>
          <a:endParaRPr lang="en-US"/>
        </a:p>
      </dgm:t>
    </dgm:pt>
    <dgm:pt modelId="{24E4A21C-A1D2-463A-8E02-BDBF2FC1C589}">
      <dgm:prSet/>
      <dgm:spPr/>
      <dgm:t>
        <a:bodyPr/>
        <a:lstStyle/>
        <a:p>
          <a:r>
            <a:rPr lang="en-US" b="1"/>
            <a:t>Internal proposals</a:t>
          </a:r>
          <a:endParaRPr lang="en-US"/>
        </a:p>
      </dgm:t>
    </dgm:pt>
    <dgm:pt modelId="{9CE8D18D-85F4-47AC-B06D-158FE5840294}" type="parTrans" cxnId="{CFA9EB7F-4451-4E6F-B7F4-74E76E242295}">
      <dgm:prSet/>
      <dgm:spPr/>
      <dgm:t>
        <a:bodyPr/>
        <a:lstStyle/>
        <a:p>
          <a:endParaRPr lang="en-US"/>
        </a:p>
      </dgm:t>
    </dgm:pt>
    <dgm:pt modelId="{1C71FDB8-E34C-4FAD-90CA-B313A1B676D5}" type="sibTrans" cxnId="{CFA9EB7F-4451-4E6F-B7F4-74E76E242295}">
      <dgm:prSet/>
      <dgm:spPr/>
      <dgm:t>
        <a:bodyPr/>
        <a:lstStyle/>
        <a:p>
          <a:endParaRPr lang="en-US"/>
        </a:p>
      </dgm:t>
    </dgm:pt>
    <dgm:pt modelId="{62C1E51B-54AA-43AF-B070-76FFC64C4177}">
      <dgm:prSet/>
      <dgm:spPr/>
      <dgm:t>
        <a:bodyPr/>
        <a:lstStyle/>
        <a:p>
          <a:r>
            <a:rPr lang="en-US" b="1"/>
            <a:t>Grant proposals</a:t>
          </a:r>
          <a:endParaRPr lang="en-US"/>
        </a:p>
      </dgm:t>
    </dgm:pt>
    <dgm:pt modelId="{E4E721E0-0E6D-4528-822B-FAB0A0780B4C}" type="parTrans" cxnId="{F9D0AF14-D590-4D25-B115-47B439453DEB}">
      <dgm:prSet/>
      <dgm:spPr/>
      <dgm:t>
        <a:bodyPr/>
        <a:lstStyle/>
        <a:p>
          <a:endParaRPr lang="en-US"/>
        </a:p>
      </dgm:t>
    </dgm:pt>
    <dgm:pt modelId="{1EA25C79-A11E-45BB-AF43-0C36E18BF168}" type="sibTrans" cxnId="{F9D0AF14-D590-4D25-B115-47B439453DEB}">
      <dgm:prSet/>
      <dgm:spPr/>
      <dgm:t>
        <a:bodyPr/>
        <a:lstStyle/>
        <a:p>
          <a:endParaRPr lang="en-US"/>
        </a:p>
      </dgm:t>
    </dgm:pt>
    <dgm:pt modelId="{A9717921-95CA-49CC-860E-EB2075B74C53}">
      <dgm:prSet/>
      <dgm:spPr/>
      <dgm:t>
        <a:bodyPr/>
        <a:lstStyle/>
        <a:p>
          <a:r>
            <a:rPr lang="en-US" b="1"/>
            <a:t>Research proposals</a:t>
          </a:r>
          <a:endParaRPr lang="en-US"/>
        </a:p>
      </dgm:t>
    </dgm:pt>
    <dgm:pt modelId="{C51F3237-55FC-4F58-93A2-2E8A59731CF1}" type="parTrans" cxnId="{D69A21DC-D04C-4FFA-B88F-C9E139E0957D}">
      <dgm:prSet/>
      <dgm:spPr/>
      <dgm:t>
        <a:bodyPr/>
        <a:lstStyle/>
        <a:p>
          <a:endParaRPr lang="en-US"/>
        </a:p>
      </dgm:t>
    </dgm:pt>
    <dgm:pt modelId="{549EAF3B-2493-4360-A888-1D084C2D703F}" type="sibTrans" cxnId="{D69A21DC-D04C-4FFA-B88F-C9E139E0957D}">
      <dgm:prSet/>
      <dgm:spPr/>
      <dgm:t>
        <a:bodyPr/>
        <a:lstStyle/>
        <a:p>
          <a:endParaRPr lang="en-US"/>
        </a:p>
      </dgm:t>
    </dgm:pt>
    <dgm:pt modelId="{E3E02BB6-3319-4B78-B0AF-735B3A4A1849}">
      <dgm:prSet/>
      <dgm:spPr/>
      <dgm:t>
        <a:bodyPr/>
        <a:lstStyle/>
        <a:p>
          <a:r>
            <a:rPr lang="en-US" b="1"/>
            <a:t>Marketing proposals</a:t>
          </a:r>
          <a:endParaRPr lang="en-US"/>
        </a:p>
      </dgm:t>
    </dgm:pt>
    <dgm:pt modelId="{1A4B2625-2C83-45A3-AB38-9A37C6FB2765}" type="parTrans" cxnId="{15052A30-D50C-46B3-BAFB-FB16356CA884}">
      <dgm:prSet/>
      <dgm:spPr/>
      <dgm:t>
        <a:bodyPr/>
        <a:lstStyle/>
        <a:p>
          <a:endParaRPr lang="en-US"/>
        </a:p>
      </dgm:t>
    </dgm:pt>
    <dgm:pt modelId="{AED05BAE-98DD-4A4A-A41F-BE4330F0C9A1}" type="sibTrans" cxnId="{15052A30-D50C-46B3-BAFB-FB16356CA884}">
      <dgm:prSet/>
      <dgm:spPr/>
      <dgm:t>
        <a:bodyPr/>
        <a:lstStyle/>
        <a:p>
          <a:endParaRPr lang="en-US"/>
        </a:p>
      </dgm:t>
    </dgm:pt>
    <dgm:pt modelId="{8D4DA21A-6DD6-4E47-9F09-6B27192501C0}">
      <dgm:prSet/>
      <dgm:spPr/>
      <dgm:t>
        <a:bodyPr/>
        <a:lstStyle/>
        <a:p>
          <a:r>
            <a:rPr lang="en-US" b="1"/>
            <a:t>Business proposals</a:t>
          </a:r>
          <a:endParaRPr lang="en-US"/>
        </a:p>
      </dgm:t>
    </dgm:pt>
    <dgm:pt modelId="{082F2C6D-9263-4559-BC0A-3281AD484D8C}" type="parTrans" cxnId="{AF3FC256-EB1E-4C96-83BE-5C50A3BF1A50}">
      <dgm:prSet/>
      <dgm:spPr/>
      <dgm:t>
        <a:bodyPr/>
        <a:lstStyle/>
        <a:p>
          <a:endParaRPr lang="en-US"/>
        </a:p>
      </dgm:t>
    </dgm:pt>
    <dgm:pt modelId="{3048CB11-01DB-49A6-BB8C-FC0C38A10019}" type="sibTrans" cxnId="{AF3FC256-EB1E-4C96-83BE-5C50A3BF1A50}">
      <dgm:prSet/>
      <dgm:spPr/>
      <dgm:t>
        <a:bodyPr/>
        <a:lstStyle/>
        <a:p>
          <a:endParaRPr lang="en-US"/>
        </a:p>
      </dgm:t>
    </dgm:pt>
    <dgm:pt modelId="{447C2600-70D2-4DCC-A320-5B9A5CDC05D2}">
      <dgm:prSet/>
      <dgm:spPr/>
      <dgm:t>
        <a:bodyPr/>
        <a:lstStyle/>
        <a:p>
          <a:r>
            <a:rPr lang="en-US" b="1"/>
            <a:t>IT project proposals </a:t>
          </a:r>
          <a:endParaRPr lang="en-US"/>
        </a:p>
      </dgm:t>
    </dgm:pt>
    <dgm:pt modelId="{3B3BBA49-80D5-4427-82BA-FF02C7E2D02B}" type="parTrans" cxnId="{953E7461-D156-4C25-BF46-FBDA1C3623E9}">
      <dgm:prSet/>
      <dgm:spPr/>
      <dgm:t>
        <a:bodyPr/>
        <a:lstStyle/>
        <a:p>
          <a:endParaRPr lang="en-US"/>
        </a:p>
      </dgm:t>
    </dgm:pt>
    <dgm:pt modelId="{943B3FDB-4AF8-40A8-8BAA-3DEA54801DD5}" type="sibTrans" cxnId="{953E7461-D156-4C25-BF46-FBDA1C3623E9}">
      <dgm:prSet/>
      <dgm:spPr/>
      <dgm:t>
        <a:bodyPr/>
        <a:lstStyle/>
        <a:p>
          <a:endParaRPr lang="en-US"/>
        </a:p>
      </dgm:t>
    </dgm:pt>
    <dgm:pt modelId="{D788B21B-AACE-4CC7-A2E2-A84B3E78DDDB}" type="pres">
      <dgm:prSet presAssocID="{1A325AE5-63A5-4A1F-A217-C0525108D42F}" presName="vert0" presStyleCnt="0">
        <dgm:presLayoutVars>
          <dgm:dir/>
          <dgm:animOne val="branch"/>
          <dgm:animLvl val="lvl"/>
        </dgm:presLayoutVars>
      </dgm:prSet>
      <dgm:spPr/>
    </dgm:pt>
    <dgm:pt modelId="{4A4DAC61-A10E-4931-BCD8-B0E31819F062}" type="pres">
      <dgm:prSet presAssocID="{F3388C5C-DDD1-4971-B015-748A447E1C6B}" presName="thickLine" presStyleLbl="alignNode1" presStyleIdx="0" presStyleCnt="8"/>
      <dgm:spPr/>
    </dgm:pt>
    <dgm:pt modelId="{AAEA9A54-F97C-4AFC-A79B-3B45B15B990D}" type="pres">
      <dgm:prSet presAssocID="{F3388C5C-DDD1-4971-B015-748A447E1C6B}" presName="horz1" presStyleCnt="0"/>
      <dgm:spPr/>
    </dgm:pt>
    <dgm:pt modelId="{CCA433C8-F3C0-4F9C-B960-ABFFA179E4B3}" type="pres">
      <dgm:prSet presAssocID="{F3388C5C-DDD1-4971-B015-748A447E1C6B}" presName="tx1" presStyleLbl="revTx" presStyleIdx="0" presStyleCnt="8"/>
      <dgm:spPr/>
    </dgm:pt>
    <dgm:pt modelId="{5A67875C-E33B-4C82-9641-5FB61D568995}" type="pres">
      <dgm:prSet presAssocID="{F3388C5C-DDD1-4971-B015-748A447E1C6B}" presName="vert1" presStyleCnt="0"/>
      <dgm:spPr/>
    </dgm:pt>
    <dgm:pt modelId="{9BF1E577-B9FB-4A5B-99A8-EED98D35E8F7}" type="pres">
      <dgm:prSet presAssocID="{8EAF2212-BDD9-47E2-86B6-E2C870149ECB}" presName="thickLine" presStyleLbl="alignNode1" presStyleIdx="1" presStyleCnt="8"/>
      <dgm:spPr/>
    </dgm:pt>
    <dgm:pt modelId="{9A19F27E-3904-4C9D-B1B0-6418A77D81A0}" type="pres">
      <dgm:prSet presAssocID="{8EAF2212-BDD9-47E2-86B6-E2C870149ECB}" presName="horz1" presStyleCnt="0"/>
      <dgm:spPr/>
    </dgm:pt>
    <dgm:pt modelId="{32A46B7E-992B-48CE-BE2E-B700BF615F7E}" type="pres">
      <dgm:prSet presAssocID="{8EAF2212-BDD9-47E2-86B6-E2C870149ECB}" presName="tx1" presStyleLbl="revTx" presStyleIdx="1" presStyleCnt="8"/>
      <dgm:spPr/>
    </dgm:pt>
    <dgm:pt modelId="{870397D8-BA88-493C-8F21-94B79560D0ED}" type="pres">
      <dgm:prSet presAssocID="{8EAF2212-BDD9-47E2-86B6-E2C870149ECB}" presName="vert1" presStyleCnt="0"/>
      <dgm:spPr/>
    </dgm:pt>
    <dgm:pt modelId="{9C506501-1D68-4E5D-91B3-915B791ACEF5}" type="pres">
      <dgm:prSet presAssocID="{24E4A21C-A1D2-463A-8E02-BDBF2FC1C589}" presName="thickLine" presStyleLbl="alignNode1" presStyleIdx="2" presStyleCnt="8"/>
      <dgm:spPr/>
    </dgm:pt>
    <dgm:pt modelId="{26E19258-FAAD-44BB-8C15-8A952AFEA48A}" type="pres">
      <dgm:prSet presAssocID="{24E4A21C-A1D2-463A-8E02-BDBF2FC1C589}" presName="horz1" presStyleCnt="0"/>
      <dgm:spPr/>
    </dgm:pt>
    <dgm:pt modelId="{870D6D6A-2F04-47C2-B015-4D7DBA15FDC0}" type="pres">
      <dgm:prSet presAssocID="{24E4A21C-A1D2-463A-8E02-BDBF2FC1C589}" presName="tx1" presStyleLbl="revTx" presStyleIdx="2" presStyleCnt="8"/>
      <dgm:spPr/>
    </dgm:pt>
    <dgm:pt modelId="{CD09DA5C-E176-4F18-972C-2B0C67D0BF37}" type="pres">
      <dgm:prSet presAssocID="{24E4A21C-A1D2-463A-8E02-BDBF2FC1C589}" presName="vert1" presStyleCnt="0"/>
      <dgm:spPr/>
    </dgm:pt>
    <dgm:pt modelId="{888AB778-C475-4CA4-A05B-E1384779C19F}" type="pres">
      <dgm:prSet presAssocID="{62C1E51B-54AA-43AF-B070-76FFC64C4177}" presName="thickLine" presStyleLbl="alignNode1" presStyleIdx="3" presStyleCnt="8"/>
      <dgm:spPr/>
    </dgm:pt>
    <dgm:pt modelId="{5D0F71CB-F555-4C61-854D-50E51D702F61}" type="pres">
      <dgm:prSet presAssocID="{62C1E51B-54AA-43AF-B070-76FFC64C4177}" presName="horz1" presStyleCnt="0"/>
      <dgm:spPr/>
    </dgm:pt>
    <dgm:pt modelId="{B47B8C44-394F-43B1-A39D-FD18E0F5722E}" type="pres">
      <dgm:prSet presAssocID="{62C1E51B-54AA-43AF-B070-76FFC64C4177}" presName="tx1" presStyleLbl="revTx" presStyleIdx="3" presStyleCnt="8"/>
      <dgm:spPr/>
    </dgm:pt>
    <dgm:pt modelId="{63EA0F56-991C-4835-B273-E087D379ABD4}" type="pres">
      <dgm:prSet presAssocID="{62C1E51B-54AA-43AF-B070-76FFC64C4177}" presName="vert1" presStyleCnt="0"/>
      <dgm:spPr/>
    </dgm:pt>
    <dgm:pt modelId="{1AFAB2D0-8FBF-4595-B864-52A3DA8127C8}" type="pres">
      <dgm:prSet presAssocID="{A9717921-95CA-49CC-860E-EB2075B74C53}" presName="thickLine" presStyleLbl="alignNode1" presStyleIdx="4" presStyleCnt="8"/>
      <dgm:spPr/>
    </dgm:pt>
    <dgm:pt modelId="{E5BA4267-B9E6-4DE9-837C-CF45D7711A5C}" type="pres">
      <dgm:prSet presAssocID="{A9717921-95CA-49CC-860E-EB2075B74C53}" presName="horz1" presStyleCnt="0"/>
      <dgm:spPr/>
    </dgm:pt>
    <dgm:pt modelId="{C068C16B-4DCC-4882-89D6-8124FF9D4861}" type="pres">
      <dgm:prSet presAssocID="{A9717921-95CA-49CC-860E-EB2075B74C53}" presName="tx1" presStyleLbl="revTx" presStyleIdx="4" presStyleCnt="8"/>
      <dgm:spPr/>
    </dgm:pt>
    <dgm:pt modelId="{E8D177D3-565E-4C66-B94E-12A16F526AA9}" type="pres">
      <dgm:prSet presAssocID="{A9717921-95CA-49CC-860E-EB2075B74C53}" presName="vert1" presStyleCnt="0"/>
      <dgm:spPr/>
    </dgm:pt>
    <dgm:pt modelId="{9218CB75-F251-4A24-90E3-FDE704F15F4C}" type="pres">
      <dgm:prSet presAssocID="{E3E02BB6-3319-4B78-B0AF-735B3A4A1849}" presName="thickLine" presStyleLbl="alignNode1" presStyleIdx="5" presStyleCnt="8"/>
      <dgm:spPr/>
    </dgm:pt>
    <dgm:pt modelId="{3D3FF41D-34CE-49E7-B4E8-90161D3BB1B8}" type="pres">
      <dgm:prSet presAssocID="{E3E02BB6-3319-4B78-B0AF-735B3A4A1849}" presName="horz1" presStyleCnt="0"/>
      <dgm:spPr/>
    </dgm:pt>
    <dgm:pt modelId="{2DF9F56B-A419-4C54-8496-9B7600CE1E52}" type="pres">
      <dgm:prSet presAssocID="{E3E02BB6-3319-4B78-B0AF-735B3A4A1849}" presName="tx1" presStyleLbl="revTx" presStyleIdx="5" presStyleCnt="8"/>
      <dgm:spPr/>
    </dgm:pt>
    <dgm:pt modelId="{3F270A81-379A-4D8E-B82B-B8D4C9887AD7}" type="pres">
      <dgm:prSet presAssocID="{E3E02BB6-3319-4B78-B0AF-735B3A4A1849}" presName="vert1" presStyleCnt="0"/>
      <dgm:spPr/>
    </dgm:pt>
    <dgm:pt modelId="{884B9924-65BF-4E93-B253-6B96C4893794}" type="pres">
      <dgm:prSet presAssocID="{8D4DA21A-6DD6-4E47-9F09-6B27192501C0}" presName="thickLine" presStyleLbl="alignNode1" presStyleIdx="6" presStyleCnt="8"/>
      <dgm:spPr/>
    </dgm:pt>
    <dgm:pt modelId="{77F7866E-B047-4B58-AEEB-7C73F490F886}" type="pres">
      <dgm:prSet presAssocID="{8D4DA21A-6DD6-4E47-9F09-6B27192501C0}" presName="horz1" presStyleCnt="0"/>
      <dgm:spPr/>
    </dgm:pt>
    <dgm:pt modelId="{EF182A7F-2DD7-4663-87C9-8647F2CA8572}" type="pres">
      <dgm:prSet presAssocID="{8D4DA21A-6DD6-4E47-9F09-6B27192501C0}" presName="tx1" presStyleLbl="revTx" presStyleIdx="6" presStyleCnt="8"/>
      <dgm:spPr/>
    </dgm:pt>
    <dgm:pt modelId="{45E59FAC-9382-443D-B845-53216B0AC668}" type="pres">
      <dgm:prSet presAssocID="{8D4DA21A-6DD6-4E47-9F09-6B27192501C0}" presName="vert1" presStyleCnt="0"/>
      <dgm:spPr/>
    </dgm:pt>
    <dgm:pt modelId="{04CC75EC-12ED-448B-A586-0D0B8BD760C2}" type="pres">
      <dgm:prSet presAssocID="{447C2600-70D2-4DCC-A320-5B9A5CDC05D2}" presName="thickLine" presStyleLbl="alignNode1" presStyleIdx="7" presStyleCnt="8"/>
      <dgm:spPr/>
    </dgm:pt>
    <dgm:pt modelId="{B11EE5CF-E0C9-4E0C-A762-13EE95EBEBE7}" type="pres">
      <dgm:prSet presAssocID="{447C2600-70D2-4DCC-A320-5B9A5CDC05D2}" presName="horz1" presStyleCnt="0"/>
      <dgm:spPr/>
    </dgm:pt>
    <dgm:pt modelId="{7E6097F1-F228-4765-A7A9-F464771B46E5}" type="pres">
      <dgm:prSet presAssocID="{447C2600-70D2-4DCC-A320-5B9A5CDC05D2}" presName="tx1" presStyleLbl="revTx" presStyleIdx="7" presStyleCnt="8"/>
      <dgm:spPr/>
    </dgm:pt>
    <dgm:pt modelId="{C4C6D097-012A-41F4-9AF8-423F61E102D4}" type="pres">
      <dgm:prSet presAssocID="{447C2600-70D2-4DCC-A320-5B9A5CDC05D2}" presName="vert1" presStyleCnt="0"/>
      <dgm:spPr/>
    </dgm:pt>
  </dgm:ptLst>
  <dgm:cxnLst>
    <dgm:cxn modelId="{F9D0AF14-D590-4D25-B115-47B439453DEB}" srcId="{1A325AE5-63A5-4A1F-A217-C0525108D42F}" destId="{62C1E51B-54AA-43AF-B070-76FFC64C4177}" srcOrd="3" destOrd="0" parTransId="{E4E721E0-0E6D-4528-822B-FAB0A0780B4C}" sibTransId="{1EA25C79-A11E-45BB-AF43-0C36E18BF168}"/>
    <dgm:cxn modelId="{E6F9362E-4AFC-4229-AAD3-F62CC05A9E12}" type="presOf" srcId="{1A325AE5-63A5-4A1F-A217-C0525108D42F}" destId="{D788B21B-AACE-4CC7-A2E2-A84B3E78DDDB}" srcOrd="0" destOrd="0" presId="urn:microsoft.com/office/officeart/2008/layout/LinedList"/>
    <dgm:cxn modelId="{7507BF2E-242F-4B09-9839-26091E7291C5}" type="presOf" srcId="{E3E02BB6-3319-4B78-B0AF-735B3A4A1849}" destId="{2DF9F56B-A419-4C54-8496-9B7600CE1E52}" srcOrd="0" destOrd="0" presId="urn:microsoft.com/office/officeart/2008/layout/LinedList"/>
    <dgm:cxn modelId="{15052A30-D50C-46B3-BAFB-FB16356CA884}" srcId="{1A325AE5-63A5-4A1F-A217-C0525108D42F}" destId="{E3E02BB6-3319-4B78-B0AF-735B3A4A1849}" srcOrd="5" destOrd="0" parTransId="{1A4B2625-2C83-45A3-AB38-9A37C6FB2765}" sibTransId="{AED05BAE-98DD-4A4A-A41F-BE4330F0C9A1}"/>
    <dgm:cxn modelId="{953E7461-D156-4C25-BF46-FBDA1C3623E9}" srcId="{1A325AE5-63A5-4A1F-A217-C0525108D42F}" destId="{447C2600-70D2-4DCC-A320-5B9A5CDC05D2}" srcOrd="7" destOrd="0" parTransId="{3B3BBA49-80D5-4427-82BA-FF02C7E2D02B}" sibTransId="{943B3FDB-4AF8-40A8-8BAA-3DEA54801DD5}"/>
    <dgm:cxn modelId="{C8DBE744-037A-432E-9560-50061980D3D3}" srcId="{1A325AE5-63A5-4A1F-A217-C0525108D42F}" destId="{F3388C5C-DDD1-4971-B015-748A447E1C6B}" srcOrd="0" destOrd="0" parTransId="{C27C8076-E88F-480F-B96E-B8BB87AEAE1F}" sibTransId="{61EF4E9F-6178-49AD-ADDB-1116C02EF188}"/>
    <dgm:cxn modelId="{33709765-0983-42F4-9CBA-FD5C8D908165}" type="presOf" srcId="{62C1E51B-54AA-43AF-B070-76FFC64C4177}" destId="{B47B8C44-394F-43B1-A39D-FD18E0F5722E}" srcOrd="0" destOrd="0" presId="urn:microsoft.com/office/officeart/2008/layout/LinedList"/>
    <dgm:cxn modelId="{C8B68068-E05C-4455-9912-A3000DD67D88}" srcId="{1A325AE5-63A5-4A1F-A217-C0525108D42F}" destId="{8EAF2212-BDD9-47E2-86B6-E2C870149ECB}" srcOrd="1" destOrd="0" parTransId="{358CEAA8-7B45-402A-8733-458883B83993}" sibTransId="{BC7E07A4-1E5F-4D98-845A-255C89EDC751}"/>
    <dgm:cxn modelId="{517A0D50-6A3A-408E-8A1C-37A0FC9CE77E}" type="presOf" srcId="{A9717921-95CA-49CC-860E-EB2075B74C53}" destId="{C068C16B-4DCC-4882-89D6-8124FF9D4861}" srcOrd="0" destOrd="0" presId="urn:microsoft.com/office/officeart/2008/layout/LinedList"/>
    <dgm:cxn modelId="{AF3FC256-EB1E-4C96-83BE-5C50A3BF1A50}" srcId="{1A325AE5-63A5-4A1F-A217-C0525108D42F}" destId="{8D4DA21A-6DD6-4E47-9F09-6B27192501C0}" srcOrd="6" destOrd="0" parTransId="{082F2C6D-9263-4559-BC0A-3281AD484D8C}" sibTransId="{3048CB11-01DB-49A6-BB8C-FC0C38A10019}"/>
    <dgm:cxn modelId="{CFA9EB7F-4451-4E6F-B7F4-74E76E242295}" srcId="{1A325AE5-63A5-4A1F-A217-C0525108D42F}" destId="{24E4A21C-A1D2-463A-8E02-BDBF2FC1C589}" srcOrd="2" destOrd="0" parTransId="{9CE8D18D-85F4-47AC-B06D-158FE5840294}" sibTransId="{1C71FDB8-E34C-4FAD-90CA-B313A1B676D5}"/>
    <dgm:cxn modelId="{46561086-F507-4319-A9D7-9BE4A28EDED6}" type="presOf" srcId="{F3388C5C-DDD1-4971-B015-748A447E1C6B}" destId="{CCA433C8-F3C0-4F9C-B960-ABFFA179E4B3}" srcOrd="0" destOrd="0" presId="urn:microsoft.com/office/officeart/2008/layout/LinedList"/>
    <dgm:cxn modelId="{9E9463BD-D381-4D62-A1AB-463B6F39D93F}" type="presOf" srcId="{447C2600-70D2-4DCC-A320-5B9A5CDC05D2}" destId="{7E6097F1-F228-4765-A7A9-F464771B46E5}" srcOrd="0" destOrd="0" presId="urn:microsoft.com/office/officeart/2008/layout/LinedList"/>
    <dgm:cxn modelId="{3D8B57D7-54EE-49D4-A848-9A5419F18401}" type="presOf" srcId="{8D4DA21A-6DD6-4E47-9F09-6B27192501C0}" destId="{EF182A7F-2DD7-4663-87C9-8647F2CA8572}" srcOrd="0" destOrd="0" presId="urn:microsoft.com/office/officeart/2008/layout/LinedList"/>
    <dgm:cxn modelId="{D69A21DC-D04C-4FFA-B88F-C9E139E0957D}" srcId="{1A325AE5-63A5-4A1F-A217-C0525108D42F}" destId="{A9717921-95CA-49CC-860E-EB2075B74C53}" srcOrd="4" destOrd="0" parTransId="{C51F3237-55FC-4F58-93A2-2E8A59731CF1}" sibTransId="{549EAF3B-2493-4360-A888-1D084C2D703F}"/>
    <dgm:cxn modelId="{D1BDE5DE-F452-4CAB-A97F-9F805865C6C8}" type="presOf" srcId="{24E4A21C-A1D2-463A-8E02-BDBF2FC1C589}" destId="{870D6D6A-2F04-47C2-B015-4D7DBA15FDC0}" srcOrd="0" destOrd="0" presId="urn:microsoft.com/office/officeart/2008/layout/LinedList"/>
    <dgm:cxn modelId="{DE9B8AF6-96FF-488B-A129-5080B4FFBE1D}" type="presOf" srcId="{8EAF2212-BDD9-47E2-86B6-E2C870149ECB}" destId="{32A46B7E-992B-48CE-BE2E-B700BF615F7E}" srcOrd="0" destOrd="0" presId="urn:microsoft.com/office/officeart/2008/layout/LinedList"/>
    <dgm:cxn modelId="{CED475A2-9EE1-41B2-949C-C017D514C128}" type="presParOf" srcId="{D788B21B-AACE-4CC7-A2E2-A84B3E78DDDB}" destId="{4A4DAC61-A10E-4931-BCD8-B0E31819F062}" srcOrd="0" destOrd="0" presId="urn:microsoft.com/office/officeart/2008/layout/LinedList"/>
    <dgm:cxn modelId="{890ED79E-B898-4637-87EA-D34B2AA1FC8A}" type="presParOf" srcId="{D788B21B-AACE-4CC7-A2E2-A84B3E78DDDB}" destId="{AAEA9A54-F97C-4AFC-A79B-3B45B15B990D}" srcOrd="1" destOrd="0" presId="urn:microsoft.com/office/officeart/2008/layout/LinedList"/>
    <dgm:cxn modelId="{4438B47A-53B0-4F96-8434-1C1733210B47}" type="presParOf" srcId="{AAEA9A54-F97C-4AFC-A79B-3B45B15B990D}" destId="{CCA433C8-F3C0-4F9C-B960-ABFFA179E4B3}" srcOrd="0" destOrd="0" presId="urn:microsoft.com/office/officeart/2008/layout/LinedList"/>
    <dgm:cxn modelId="{57D169A8-4917-47BD-AFF4-7A6507587779}" type="presParOf" srcId="{AAEA9A54-F97C-4AFC-A79B-3B45B15B990D}" destId="{5A67875C-E33B-4C82-9641-5FB61D568995}" srcOrd="1" destOrd="0" presId="urn:microsoft.com/office/officeart/2008/layout/LinedList"/>
    <dgm:cxn modelId="{AB78B3AC-4F54-4705-9E09-70B05C1717AB}" type="presParOf" srcId="{D788B21B-AACE-4CC7-A2E2-A84B3E78DDDB}" destId="{9BF1E577-B9FB-4A5B-99A8-EED98D35E8F7}" srcOrd="2" destOrd="0" presId="urn:microsoft.com/office/officeart/2008/layout/LinedList"/>
    <dgm:cxn modelId="{9A8D13AF-B4D8-452D-8DC3-C4EE2B988C8A}" type="presParOf" srcId="{D788B21B-AACE-4CC7-A2E2-A84B3E78DDDB}" destId="{9A19F27E-3904-4C9D-B1B0-6418A77D81A0}" srcOrd="3" destOrd="0" presId="urn:microsoft.com/office/officeart/2008/layout/LinedList"/>
    <dgm:cxn modelId="{2C9F3C1C-ADD6-40F5-B097-A1B30EAF30E5}" type="presParOf" srcId="{9A19F27E-3904-4C9D-B1B0-6418A77D81A0}" destId="{32A46B7E-992B-48CE-BE2E-B700BF615F7E}" srcOrd="0" destOrd="0" presId="urn:microsoft.com/office/officeart/2008/layout/LinedList"/>
    <dgm:cxn modelId="{B1C93DB2-0240-49FB-B0A2-1E9FE5F0102D}" type="presParOf" srcId="{9A19F27E-3904-4C9D-B1B0-6418A77D81A0}" destId="{870397D8-BA88-493C-8F21-94B79560D0ED}" srcOrd="1" destOrd="0" presId="urn:microsoft.com/office/officeart/2008/layout/LinedList"/>
    <dgm:cxn modelId="{062427E1-D631-4FEB-A1DB-0F161ACBE94F}" type="presParOf" srcId="{D788B21B-AACE-4CC7-A2E2-A84B3E78DDDB}" destId="{9C506501-1D68-4E5D-91B3-915B791ACEF5}" srcOrd="4" destOrd="0" presId="urn:microsoft.com/office/officeart/2008/layout/LinedList"/>
    <dgm:cxn modelId="{4B493AC2-8A16-4627-9EE5-1B6D0C942BA4}" type="presParOf" srcId="{D788B21B-AACE-4CC7-A2E2-A84B3E78DDDB}" destId="{26E19258-FAAD-44BB-8C15-8A952AFEA48A}" srcOrd="5" destOrd="0" presId="urn:microsoft.com/office/officeart/2008/layout/LinedList"/>
    <dgm:cxn modelId="{8FFA0705-3153-40E5-927F-5C0A3A423119}" type="presParOf" srcId="{26E19258-FAAD-44BB-8C15-8A952AFEA48A}" destId="{870D6D6A-2F04-47C2-B015-4D7DBA15FDC0}" srcOrd="0" destOrd="0" presId="urn:microsoft.com/office/officeart/2008/layout/LinedList"/>
    <dgm:cxn modelId="{9D6ACF0B-084E-4C12-AD30-99B5ECE6E001}" type="presParOf" srcId="{26E19258-FAAD-44BB-8C15-8A952AFEA48A}" destId="{CD09DA5C-E176-4F18-972C-2B0C67D0BF37}" srcOrd="1" destOrd="0" presId="urn:microsoft.com/office/officeart/2008/layout/LinedList"/>
    <dgm:cxn modelId="{C68D5A47-E7AF-457C-B0EC-D71F0A0DA3CB}" type="presParOf" srcId="{D788B21B-AACE-4CC7-A2E2-A84B3E78DDDB}" destId="{888AB778-C475-4CA4-A05B-E1384779C19F}" srcOrd="6" destOrd="0" presId="urn:microsoft.com/office/officeart/2008/layout/LinedList"/>
    <dgm:cxn modelId="{24A76A3F-6D1C-463A-BC36-4300F1508D31}" type="presParOf" srcId="{D788B21B-AACE-4CC7-A2E2-A84B3E78DDDB}" destId="{5D0F71CB-F555-4C61-854D-50E51D702F61}" srcOrd="7" destOrd="0" presId="urn:microsoft.com/office/officeart/2008/layout/LinedList"/>
    <dgm:cxn modelId="{1AEB28A1-F54C-4DC5-8371-FC14046ACBEC}" type="presParOf" srcId="{5D0F71CB-F555-4C61-854D-50E51D702F61}" destId="{B47B8C44-394F-43B1-A39D-FD18E0F5722E}" srcOrd="0" destOrd="0" presId="urn:microsoft.com/office/officeart/2008/layout/LinedList"/>
    <dgm:cxn modelId="{98A67984-CAC9-4EEA-B97E-465BE5617F3C}" type="presParOf" srcId="{5D0F71CB-F555-4C61-854D-50E51D702F61}" destId="{63EA0F56-991C-4835-B273-E087D379ABD4}" srcOrd="1" destOrd="0" presId="urn:microsoft.com/office/officeart/2008/layout/LinedList"/>
    <dgm:cxn modelId="{01AA4A38-CFDA-44D0-9237-CC10793DB219}" type="presParOf" srcId="{D788B21B-AACE-4CC7-A2E2-A84B3E78DDDB}" destId="{1AFAB2D0-8FBF-4595-B864-52A3DA8127C8}" srcOrd="8" destOrd="0" presId="urn:microsoft.com/office/officeart/2008/layout/LinedList"/>
    <dgm:cxn modelId="{2825DBB7-4BAE-4A4E-9E32-18018B89AAE9}" type="presParOf" srcId="{D788B21B-AACE-4CC7-A2E2-A84B3E78DDDB}" destId="{E5BA4267-B9E6-4DE9-837C-CF45D7711A5C}" srcOrd="9" destOrd="0" presId="urn:microsoft.com/office/officeart/2008/layout/LinedList"/>
    <dgm:cxn modelId="{EE02FA06-E9C5-401F-B0B6-64C991B684AE}" type="presParOf" srcId="{E5BA4267-B9E6-4DE9-837C-CF45D7711A5C}" destId="{C068C16B-4DCC-4882-89D6-8124FF9D4861}" srcOrd="0" destOrd="0" presId="urn:microsoft.com/office/officeart/2008/layout/LinedList"/>
    <dgm:cxn modelId="{8880222B-6432-4528-84E7-E9DB33DCA647}" type="presParOf" srcId="{E5BA4267-B9E6-4DE9-837C-CF45D7711A5C}" destId="{E8D177D3-565E-4C66-B94E-12A16F526AA9}" srcOrd="1" destOrd="0" presId="urn:microsoft.com/office/officeart/2008/layout/LinedList"/>
    <dgm:cxn modelId="{7AEF4D32-E4F3-44EE-9109-3F8EA770B3BF}" type="presParOf" srcId="{D788B21B-AACE-4CC7-A2E2-A84B3E78DDDB}" destId="{9218CB75-F251-4A24-90E3-FDE704F15F4C}" srcOrd="10" destOrd="0" presId="urn:microsoft.com/office/officeart/2008/layout/LinedList"/>
    <dgm:cxn modelId="{64584F96-AB0E-4642-9FF8-53321404E0B1}" type="presParOf" srcId="{D788B21B-AACE-4CC7-A2E2-A84B3E78DDDB}" destId="{3D3FF41D-34CE-49E7-B4E8-90161D3BB1B8}" srcOrd="11" destOrd="0" presId="urn:microsoft.com/office/officeart/2008/layout/LinedList"/>
    <dgm:cxn modelId="{A66C1F88-E322-44E3-90AB-3A4A333D53A8}" type="presParOf" srcId="{3D3FF41D-34CE-49E7-B4E8-90161D3BB1B8}" destId="{2DF9F56B-A419-4C54-8496-9B7600CE1E52}" srcOrd="0" destOrd="0" presId="urn:microsoft.com/office/officeart/2008/layout/LinedList"/>
    <dgm:cxn modelId="{F5409B01-FC6D-4E94-99D6-D9F3D792F254}" type="presParOf" srcId="{3D3FF41D-34CE-49E7-B4E8-90161D3BB1B8}" destId="{3F270A81-379A-4D8E-B82B-B8D4C9887AD7}" srcOrd="1" destOrd="0" presId="urn:microsoft.com/office/officeart/2008/layout/LinedList"/>
    <dgm:cxn modelId="{3C18AF4E-6883-435D-988E-9F0FCF77DFD3}" type="presParOf" srcId="{D788B21B-AACE-4CC7-A2E2-A84B3E78DDDB}" destId="{884B9924-65BF-4E93-B253-6B96C4893794}" srcOrd="12" destOrd="0" presId="urn:microsoft.com/office/officeart/2008/layout/LinedList"/>
    <dgm:cxn modelId="{04C0E419-C665-415C-9D29-5F9A9E4F2D57}" type="presParOf" srcId="{D788B21B-AACE-4CC7-A2E2-A84B3E78DDDB}" destId="{77F7866E-B047-4B58-AEEB-7C73F490F886}" srcOrd="13" destOrd="0" presId="urn:microsoft.com/office/officeart/2008/layout/LinedList"/>
    <dgm:cxn modelId="{5BFE4DF0-7EC0-4A56-B6FC-F65F3C1C579D}" type="presParOf" srcId="{77F7866E-B047-4B58-AEEB-7C73F490F886}" destId="{EF182A7F-2DD7-4663-87C9-8647F2CA8572}" srcOrd="0" destOrd="0" presId="urn:microsoft.com/office/officeart/2008/layout/LinedList"/>
    <dgm:cxn modelId="{410C7F85-0E8C-4E83-A1CA-05088755DF26}" type="presParOf" srcId="{77F7866E-B047-4B58-AEEB-7C73F490F886}" destId="{45E59FAC-9382-443D-B845-53216B0AC668}" srcOrd="1" destOrd="0" presId="urn:microsoft.com/office/officeart/2008/layout/LinedList"/>
    <dgm:cxn modelId="{B01C7EEA-F78C-423A-936C-B670EBE60E83}" type="presParOf" srcId="{D788B21B-AACE-4CC7-A2E2-A84B3E78DDDB}" destId="{04CC75EC-12ED-448B-A586-0D0B8BD760C2}" srcOrd="14" destOrd="0" presId="urn:microsoft.com/office/officeart/2008/layout/LinedList"/>
    <dgm:cxn modelId="{64EECF63-FF3D-4F21-B438-5DA5F5466FAF}" type="presParOf" srcId="{D788B21B-AACE-4CC7-A2E2-A84B3E78DDDB}" destId="{B11EE5CF-E0C9-4E0C-A762-13EE95EBEBE7}" srcOrd="15" destOrd="0" presId="urn:microsoft.com/office/officeart/2008/layout/LinedList"/>
    <dgm:cxn modelId="{C856F390-EF40-4680-A1DB-252BCED36CDE}" type="presParOf" srcId="{B11EE5CF-E0C9-4E0C-A762-13EE95EBEBE7}" destId="{7E6097F1-F228-4765-A7A9-F464771B46E5}" srcOrd="0" destOrd="0" presId="urn:microsoft.com/office/officeart/2008/layout/LinedList"/>
    <dgm:cxn modelId="{886D7D8A-8836-44F9-8013-E1EFB52339B3}" type="presParOf" srcId="{B11EE5CF-E0C9-4E0C-A762-13EE95EBEBE7}" destId="{C4C6D097-012A-41F4-9AF8-423F61E102D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4EC199-919A-43CC-858B-D923D1605C74}" type="doc">
      <dgm:prSet loTypeId="urn:microsoft.com/office/officeart/2008/layout/LinedList" loCatId="list" qsTypeId="urn:microsoft.com/office/officeart/2005/8/quickstyle/simple1" qsCatId="simple" csTypeId="urn:microsoft.com/office/officeart/2005/8/colors/accent4_2" csCatId="accent4"/>
      <dgm:spPr/>
      <dgm:t>
        <a:bodyPr/>
        <a:lstStyle/>
        <a:p>
          <a:endParaRPr lang="en-US"/>
        </a:p>
      </dgm:t>
    </dgm:pt>
    <dgm:pt modelId="{B5EA4F47-9485-4023-8FE0-2B2C5F3F4E8B}">
      <dgm:prSet/>
      <dgm:spPr/>
      <dgm:t>
        <a:bodyPr/>
        <a:lstStyle/>
        <a:p>
          <a:r>
            <a:rPr lang="en-US" b="1"/>
            <a:t>Define your objectives</a:t>
          </a:r>
          <a:endParaRPr lang="en-US"/>
        </a:p>
      </dgm:t>
    </dgm:pt>
    <dgm:pt modelId="{4D390FA7-0101-4EE3-B997-E0CCAF300E3C}" type="parTrans" cxnId="{AEC96AFF-17DD-4475-A4B8-D2EF153E6D3A}">
      <dgm:prSet/>
      <dgm:spPr/>
      <dgm:t>
        <a:bodyPr/>
        <a:lstStyle/>
        <a:p>
          <a:endParaRPr lang="en-US"/>
        </a:p>
      </dgm:t>
    </dgm:pt>
    <dgm:pt modelId="{09DEC141-274C-4308-A07C-D4564CA6894F}" type="sibTrans" cxnId="{AEC96AFF-17DD-4475-A4B8-D2EF153E6D3A}">
      <dgm:prSet/>
      <dgm:spPr/>
      <dgm:t>
        <a:bodyPr/>
        <a:lstStyle/>
        <a:p>
          <a:endParaRPr lang="en-US"/>
        </a:p>
      </dgm:t>
    </dgm:pt>
    <dgm:pt modelId="{BE1C8BF0-4F65-446A-B644-0C2D5CE2F7F7}">
      <dgm:prSet/>
      <dgm:spPr/>
      <dgm:t>
        <a:bodyPr/>
        <a:lstStyle/>
        <a:p>
          <a:r>
            <a:rPr lang="en-US" b="1"/>
            <a:t>Understand your audience</a:t>
          </a:r>
          <a:endParaRPr lang="en-US"/>
        </a:p>
      </dgm:t>
    </dgm:pt>
    <dgm:pt modelId="{8388BCE8-B694-40DE-BF96-64B6D769CCFD}" type="parTrans" cxnId="{351525EA-761C-4956-A5EE-D1529E3372C0}">
      <dgm:prSet/>
      <dgm:spPr/>
      <dgm:t>
        <a:bodyPr/>
        <a:lstStyle/>
        <a:p>
          <a:endParaRPr lang="en-US"/>
        </a:p>
      </dgm:t>
    </dgm:pt>
    <dgm:pt modelId="{98F86763-3AD0-45C5-ADB8-32CEA6284313}" type="sibTrans" cxnId="{351525EA-761C-4956-A5EE-D1529E3372C0}">
      <dgm:prSet/>
      <dgm:spPr/>
      <dgm:t>
        <a:bodyPr/>
        <a:lstStyle/>
        <a:p>
          <a:endParaRPr lang="en-US"/>
        </a:p>
      </dgm:t>
    </dgm:pt>
    <dgm:pt modelId="{53FBBEEB-890B-4B87-BFCE-190EA128A375}">
      <dgm:prSet/>
      <dgm:spPr/>
      <dgm:t>
        <a:bodyPr/>
        <a:lstStyle/>
        <a:p>
          <a:r>
            <a:rPr lang="en-US" b="1"/>
            <a:t>Research and planning</a:t>
          </a:r>
          <a:endParaRPr lang="en-US"/>
        </a:p>
      </dgm:t>
    </dgm:pt>
    <dgm:pt modelId="{0E083A60-EBA9-4DAC-A74C-F11F00A0A882}" type="parTrans" cxnId="{977DA625-E506-48F6-A920-81266F0A207F}">
      <dgm:prSet/>
      <dgm:spPr/>
      <dgm:t>
        <a:bodyPr/>
        <a:lstStyle/>
        <a:p>
          <a:endParaRPr lang="en-US"/>
        </a:p>
      </dgm:t>
    </dgm:pt>
    <dgm:pt modelId="{BF7C0058-0CA1-4F67-8594-470A3AE87260}" type="sibTrans" cxnId="{977DA625-E506-48F6-A920-81266F0A207F}">
      <dgm:prSet/>
      <dgm:spPr/>
      <dgm:t>
        <a:bodyPr/>
        <a:lstStyle/>
        <a:p>
          <a:endParaRPr lang="en-US"/>
        </a:p>
      </dgm:t>
    </dgm:pt>
    <dgm:pt modelId="{608AFD5A-41BE-4D0F-BC02-E1EE80A368FC}">
      <dgm:prSet/>
      <dgm:spPr/>
      <dgm:t>
        <a:bodyPr/>
        <a:lstStyle/>
        <a:p>
          <a:r>
            <a:rPr lang="en-US" b="1"/>
            <a:t>Outline the proposal</a:t>
          </a:r>
          <a:endParaRPr lang="en-US"/>
        </a:p>
      </dgm:t>
    </dgm:pt>
    <dgm:pt modelId="{CA8869EC-9946-48F0-A7DA-6064292C4475}" type="parTrans" cxnId="{00A07D01-BABF-487F-AF16-375D484B211A}">
      <dgm:prSet/>
      <dgm:spPr/>
      <dgm:t>
        <a:bodyPr/>
        <a:lstStyle/>
        <a:p>
          <a:endParaRPr lang="en-US"/>
        </a:p>
      </dgm:t>
    </dgm:pt>
    <dgm:pt modelId="{2708EEE6-F0F7-434B-8C43-9C955878D29E}" type="sibTrans" cxnId="{00A07D01-BABF-487F-AF16-375D484B211A}">
      <dgm:prSet/>
      <dgm:spPr/>
      <dgm:t>
        <a:bodyPr/>
        <a:lstStyle/>
        <a:p>
          <a:endParaRPr lang="en-US"/>
        </a:p>
      </dgm:t>
    </dgm:pt>
    <dgm:pt modelId="{623E7692-EDF6-44BE-98BB-75EF384A1558}">
      <dgm:prSet/>
      <dgm:spPr/>
      <dgm:t>
        <a:bodyPr/>
        <a:lstStyle/>
        <a:p>
          <a:r>
            <a:rPr lang="en-US" b="1"/>
            <a:t>Write the introduction</a:t>
          </a:r>
          <a:endParaRPr lang="en-US"/>
        </a:p>
      </dgm:t>
    </dgm:pt>
    <dgm:pt modelId="{CC9EB624-5D2C-4011-8BF8-25C64B7C5CC9}" type="parTrans" cxnId="{8F8AB20C-B9CE-4C49-A077-4FB9F61E9070}">
      <dgm:prSet/>
      <dgm:spPr/>
      <dgm:t>
        <a:bodyPr/>
        <a:lstStyle/>
        <a:p>
          <a:endParaRPr lang="en-US"/>
        </a:p>
      </dgm:t>
    </dgm:pt>
    <dgm:pt modelId="{188BC2C0-C099-42A6-BEFC-AB80B16595CB}" type="sibTrans" cxnId="{8F8AB20C-B9CE-4C49-A077-4FB9F61E9070}">
      <dgm:prSet/>
      <dgm:spPr/>
      <dgm:t>
        <a:bodyPr/>
        <a:lstStyle/>
        <a:p>
          <a:endParaRPr lang="en-US"/>
        </a:p>
      </dgm:t>
    </dgm:pt>
    <dgm:pt modelId="{E1F2BA12-C8DB-4ACF-8EDC-11169BD1DD98}">
      <dgm:prSet/>
      <dgm:spPr/>
      <dgm:t>
        <a:bodyPr/>
        <a:lstStyle/>
        <a:p>
          <a:r>
            <a:rPr lang="en-US" b="1"/>
            <a:t>Define the scope and methodology</a:t>
          </a:r>
          <a:endParaRPr lang="en-US"/>
        </a:p>
      </dgm:t>
    </dgm:pt>
    <dgm:pt modelId="{01534AA7-B16D-478F-A24E-1F2E4B2DEC90}" type="parTrans" cxnId="{350BA42D-6EB1-497D-ADCC-7966E55B35AE}">
      <dgm:prSet/>
      <dgm:spPr/>
      <dgm:t>
        <a:bodyPr/>
        <a:lstStyle/>
        <a:p>
          <a:endParaRPr lang="en-US"/>
        </a:p>
      </dgm:t>
    </dgm:pt>
    <dgm:pt modelId="{AA71533E-8DE2-4969-8412-D88EC402813F}" type="sibTrans" cxnId="{350BA42D-6EB1-497D-ADCC-7966E55B35AE}">
      <dgm:prSet/>
      <dgm:spPr/>
      <dgm:t>
        <a:bodyPr/>
        <a:lstStyle/>
        <a:p>
          <a:endParaRPr lang="en-US"/>
        </a:p>
      </dgm:t>
    </dgm:pt>
    <dgm:pt modelId="{F9AFB4EA-1A36-4E49-9CEC-19850B57CF10}">
      <dgm:prSet/>
      <dgm:spPr/>
      <dgm:t>
        <a:bodyPr/>
        <a:lstStyle/>
        <a:p>
          <a:r>
            <a:rPr lang="en-US" b="1"/>
            <a:t>Budgeting</a:t>
          </a:r>
          <a:endParaRPr lang="en-US"/>
        </a:p>
      </dgm:t>
    </dgm:pt>
    <dgm:pt modelId="{517714A7-498B-4AC5-BA51-0DDF4904E66C}" type="parTrans" cxnId="{C32CF7E2-CE3C-4D9C-8051-6CF0360E578E}">
      <dgm:prSet/>
      <dgm:spPr/>
      <dgm:t>
        <a:bodyPr/>
        <a:lstStyle/>
        <a:p>
          <a:endParaRPr lang="en-US"/>
        </a:p>
      </dgm:t>
    </dgm:pt>
    <dgm:pt modelId="{836D4EF4-EB8D-4E70-A4DD-021D4DF83BA5}" type="sibTrans" cxnId="{C32CF7E2-CE3C-4D9C-8051-6CF0360E578E}">
      <dgm:prSet/>
      <dgm:spPr/>
      <dgm:t>
        <a:bodyPr/>
        <a:lstStyle/>
        <a:p>
          <a:endParaRPr lang="en-US"/>
        </a:p>
      </dgm:t>
    </dgm:pt>
    <dgm:pt modelId="{609F883D-2774-44C9-B9A6-705191B1BDB4}">
      <dgm:prSet/>
      <dgm:spPr/>
      <dgm:t>
        <a:bodyPr/>
        <a:lstStyle/>
        <a:p>
          <a:r>
            <a:rPr lang="en-US" b="1"/>
            <a:t>Team and qualifications</a:t>
          </a:r>
          <a:endParaRPr lang="en-US"/>
        </a:p>
      </dgm:t>
    </dgm:pt>
    <dgm:pt modelId="{14B68948-9964-4C3A-8517-F4C1A1E30AFE}" type="parTrans" cxnId="{1FEA92EC-8637-4FD1-9943-B016F4744897}">
      <dgm:prSet/>
      <dgm:spPr/>
      <dgm:t>
        <a:bodyPr/>
        <a:lstStyle/>
        <a:p>
          <a:endParaRPr lang="en-US"/>
        </a:p>
      </dgm:t>
    </dgm:pt>
    <dgm:pt modelId="{6EC56F92-28D7-4944-99EE-BB8F2B956DD2}" type="sibTrans" cxnId="{1FEA92EC-8637-4FD1-9943-B016F4744897}">
      <dgm:prSet/>
      <dgm:spPr/>
      <dgm:t>
        <a:bodyPr/>
        <a:lstStyle/>
        <a:p>
          <a:endParaRPr lang="en-US"/>
        </a:p>
      </dgm:t>
    </dgm:pt>
    <dgm:pt modelId="{42864001-1197-424A-A715-03B9F8D5D8C1}">
      <dgm:prSet/>
      <dgm:spPr/>
      <dgm:t>
        <a:bodyPr/>
        <a:lstStyle/>
        <a:p>
          <a:r>
            <a:rPr lang="en-US" b="1"/>
            <a:t>Timeline and schedule</a:t>
          </a:r>
          <a:endParaRPr lang="en-US"/>
        </a:p>
      </dgm:t>
    </dgm:pt>
    <dgm:pt modelId="{864906A7-1C43-4148-8F02-5DC51C3E48EE}" type="parTrans" cxnId="{BC2A8653-C9C3-4390-B7FC-CB9459CDE968}">
      <dgm:prSet/>
      <dgm:spPr/>
      <dgm:t>
        <a:bodyPr/>
        <a:lstStyle/>
        <a:p>
          <a:endParaRPr lang="en-US"/>
        </a:p>
      </dgm:t>
    </dgm:pt>
    <dgm:pt modelId="{706BD685-CF63-45F7-A9DD-B23B0A4B9C71}" type="sibTrans" cxnId="{BC2A8653-C9C3-4390-B7FC-CB9459CDE968}">
      <dgm:prSet/>
      <dgm:spPr/>
      <dgm:t>
        <a:bodyPr/>
        <a:lstStyle/>
        <a:p>
          <a:endParaRPr lang="en-US"/>
        </a:p>
      </dgm:t>
    </dgm:pt>
    <dgm:pt modelId="{5D062DB8-33FA-4DC5-B9F5-1DE6905389C7}">
      <dgm:prSet/>
      <dgm:spPr/>
      <dgm:t>
        <a:bodyPr/>
        <a:lstStyle/>
        <a:p>
          <a:r>
            <a:rPr lang="en-US" b="1"/>
            <a:t>Write the executive summary</a:t>
          </a:r>
          <a:endParaRPr lang="en-US"/>
        </a:p>
      </dgm:t>
    </dgm:pt>
    <dgm:pt modelId="{7C06F23B-F89A-4E4C-A3D3-564983E56D6A}" type="parTrans" cxnId="{3D663747-FA72-4981-8F70-3F9922FBE452}">
      <dgm:prSet/>
      <dgm:spPr/>
      <dgm:t>
        <a:bodyPr/>
        <a:lstStyle/>
        <a:p>
          <a:endParaRPr lang="en-US"/>
        </a:p>
      </dgm:t>
    </dgm:pt>
    <dgm:pt modelId="{A8C4B5C0-F194-499B-9944-15AB8742D1F5}" type="sibTrans" cxnId="{3D663747-FA72-4981-8F70-3F9922FBE452}">
      <dgm:prSet/>
      <dgm:spPr/>
      <dgm:t>
        <a:bodyPr/>
        <a:lstStyle/>
        <a:p>
          <a:endParaRPr lang="en-US"/>
        </a:p>
      </dgm:t>
    </dgm:pt>
    <dgm:pt modelId="{B668FDDB-A27D-4B7C-8731-A7094B556B7C}" type="pres">
      <dgm:prSet presAssocID="{3E4EC199-919A-43CC-858B-D923D1605C74}" presName="vert0" presStyleCnt="0">
        <dgm:presLayoutVars>
          <dgm:dir/>
          <dgm:animOne val="branch"/>
          <dgm:animLvl val="lvl"/>
        </dgm:presLayoutVars>
      </dgm:prSet>
      <dgm:spPr/>
    </dgm:pt>
    <dgm:pt modelId="{5C248243-6522-42F8-A526-98F5D6CC2F07}" type="pres">
      <dgm:prSet presAssocID="{B5EA4F47-9485-4023-8FE0-2B2C5F3F4E8B}" presName="thickLine" presStyleLbl="alignNode1" presStyleIdx="0" presStyleCnt="10"/>
      <dgm:spPr/>
    </dgm:pt>
    <dgm:pt modelId="{F1F411E4-44B2-4740-945B-ECF133B6F507}" type="pres">
      <dgm:prSet presAssocID="{B5EA4F47-9485-4023-8FE0-2B2C5F3F4E8B}" presName="horz1" presStyleCnt="0"/>
      <dgm:spPr/>
    </dgm:pt>
    <dgm:pt modelId="{3C704F90-5CC5-402A-949F-FB452BDFAEEF}" type="pres">
      <dgm:prSet presAssocID="{B5EA4F47-9485-4023-8FE0-2B2C5F3F4E8B}" presName="tx1" presStyleLbl="revTx" presStyleIdx="0" presStyleCnt="10"/>
      <dgm:spPr/>
    </dgm:pt>
    <dgm:pt modelId="{7CDDC205-3096-47EC-B06B-6113E83F59C3}" type="pres">
      <dgm:prSet presAssocID="{B5EA4F47-9485-4023-8FE0-2B2C5F3F4E8B}" presName="vert1" presStyleCnt="0"/>
      <dgm:spPr/>
    </dgm:pt>
    <dgm:pt modelId="{9C903337-BACF-4D2D-8133-ADBE44DBB288}" type="pres">
      <dgm:prSet presAssocID="{BE1C8BF0-4F65-446A-B644-0C2D5CE2F7F7}" presName="thickLine" presStyleLbl="alignNode1" presStyleIdx="1" presStyleCnt="10"/>
      <dgm:spPr/>
    </dgm:pt>
    <dgm:pt modelId="{9F77B5D3-BA18-4278-A37A-27BC35B36D88}" type="pres">
      <dgm:prSet presAssocID="{BE1C8BF0-4F65-446A-B644-0C2D5CE2F7F7}" presName="horz1" presStyleCnt="0"/>
      <dgm:spPr/>
    </dgm:pt>
    <dgm:pt modelId="{45D697BF-BAFF-456D-A77C-A6178F99D98B}" type="pres">
      <dgm:prSet presAssocID="{BE1C8BF0-4F65-446A-B644-0C2D5CE2F7F7}" presName="tx1" presStyleLbl="revTx" presStyleIdx="1" presStyleCnt="10"/>
      <dgm:spPr/>
    </dgm:pt>
    <dgm:pt modelId="{3E28B8DF-63B4-4913-9878-DE8B6C82851B}" type="pres">
      <dgm:prSet presAssocID="{BE1C8BF0-4F65-446A-B644-0C2D5CE2F7F7}" presName="vert1" presStyleCnt="0"/>
      <dgm:spPr/>
    </dgm:pt>
    <dgm:pt modelId="{EC3B9033-DD98-4B15-B67C-769771A414B1}" type="pres">
      <dgm:prSet presAssocID="{53FBBEEB-890B-4B87-BFCE-190EA128A375}" presName="thickLine" presStyleLbl="alignNode1" presStyleIdx="2" presStyleCnt="10"/>
      <dgm:spPr/>
    </dgm:pt>
    <dgm:pt modelId="{96BB80CD-969E-4DD8-8FDC-E8F4D9C4B10A}" type="pres">
      <dgm:prSet presAssocID="{53FBBEEB-890B-4B87-BFCE-190EA128A375}" presName="horz1" presStyleCnt="0"/>
      <dgm:spPr/>
    </dgm:pt>
    <dgm:pt modelId="{BFA1775F-20B7-4E4D-8EE8-9B9052E7180E}" type="pres">
      <dgm:prSet presAssocID="{53FBBEEB-890B-4B87-BFCE-190EA128A375}" presName="tx1" presStyleLbl="revTx" presStyleIdx="2" presStyleCnt="10"/>
      <dgm:spPr/>
    </dgm:pt>
    <dgm:pt modelId="{CB11BE41-1AA2-4848-83E9-14AA1F1A0696}" type="pres">
      <dgm:prSet presAssocID="{53FBBEEB-890B-4B87-BFCE-190EA128A375}" presName="vert1" presStyleCnt="0"/>
      <dgm:spPr/>
    </dgm:pt>
    <dgm:pt modelId="{7A46DCBD-9CCB-4F96-8273-26E0B59BA429}" type="pres">
      <dgm:prSet presAssocID="{608AFD5A-41BE-4D0F-BC02-E1EE80A368FC}" presName="thickLine" presStyleLbl="alignNode1" presStyleIdx="3" presStyleCnt="10"/>
      <dgm:spPr/>
    </dgm:pt>
    <dgm:pt modelId="{EEAF3533-FBED-421F-95DC-C552BD4488CA}" type="pres">
      <dgm:prSet presAssocID="{608AFD5A-41BE-4D0F-BC02-E1EE80A368FC}" presName="horz1" presStyleCnt="0"/>
      <dgm:spPr/>
    </dgm:pt>
    <dgm:pt modelId="{BC448B46-EEB4-4AF6-9215-180B3F1F8C14}" type="pres">
      <dgm:prSet presAssocID="{608AFD5A-41BE-4D0F-BC02-E1EE80A368FC}" presName="tx1" presStyleLbl="revTx" presStyleIdx="3" presStyleCnt="10"/>
      <dgm:spPr/>
    </dgm:pt>
    <dgm:pt modelId="{6993B8AD-BD03-465C-9E92-2DBA03BA4F27}" type="pres">
      <dgm:prSet presAssocID="{608AFD5A-41BE-4D0F-BC02-E1EE80A368FC}" presName="vert1" presStyleCnt="0"/>
      <dgm:spPr/>
    </dgm:pt>
    <dgm:pt modelId="{1C2CF006-FD4A-4D98-BE9C-14081B232E7F}" type="pres">
      <dgm:prSet presAssocID="{623E7692-EDF6-44BE-98BB-75EF384A1558}" presName="thickLine" presStyleLbl="alignNode1" presStyleIdx="4" presStyleCnt="10"/>
      <dgm:spPr/>
    </dgm:pt>
    <dgm:pt modelId="{95E39A2E-526B-4791-A8BE-A54E1C53C647}" type="pres">
      <dgm:prSet presAssocID="{623E7692-EDF6-44BE-98BB-75EF384A1558}" presName="horz1" presStyleCnt="0"/>
      <dgm:spPr/>
    </dgm:pt>
    <dgm:pt modelId="{7EDECA08-C9D8-45A1-8148-D45BFCA93A97}" type="pres">
      <dgm:prSet presAssocID="{623E7692-EDF6-44BE-98BB-75EF384A1558}" presName="tx1" presStyleLbl="revTx" presStyleIdx="4" presStyleCnt="10"/>
      <dgm:spPr/>
    </dgm:pt>
    <dgm:pt modelId="{FBCD6B59-B8E2-453B-83EF-40FBCEDF7673}" type="pres">
      <dgm:prSet presAssocID="{623E7692-EDF6-44BE-98BB-75EF384A1558}" presName="vert1" presStyleCnt="0"/>
      <dgm:spPr/>
    </dgm:pt>
    <dgm:pt modelId="{6FEF1857-2EC6-4825-A07E-C46C6DE5ED01}" type="pres">
      <dgm:prSet presAssocID="{E1F2BA12-C8DB-4ACF-8EDC-11169BD1DD98}" presName="thickLine" presStyleLbl="alignNode1" presStyleIdx="5" presStyleCnt="10"/>
      <dgm:spPr/>
    </dgm:pt>
    <dgm:pt modelId="{5B77B85D-B4D0-4F44-A1D7-B8F2EF47C7A2}" type="pres">
      <dgm:prSet presAssocID="{E1F2BA12-C8DB-4ACF-8EDC-11169BD1DD98}" presName="horz1" presStyleCnt="0"/>
      <dgm:spPr/>
    </dgm:pt>
    <dgm:pt modelId="{87974030-8D69-43EC-A830-80766FAF0DEE}" type="pres">
      <dgm:prSet presAssocID="{E1F2BA12-C8DB-4ACF-8EDC-11169BD1DD98}" presName="tx1" presStyleLbl="revTx" presStyleIdx="5" presStyleCnt="10"/>
      <dgm:spPr/>
    </dgm:pt>
    <dgm:pt modelId="{0B8F53AB-BC30-4144-BE62-612E7769C90B}" type="pres">
      <dgm:prSet presAssocID="{E1F2BA12-C8DB-4ACF-8EDC-11169BD1DD98}" presName="vert1" presStyleCnt="0"/>
      <dgm:spPr/>
    </dgm:pt>
    <dgm:pt modelId="{2B8725C5-FD2B-47FF-AB29-72350B03B5AD}" type="pres">
      <dgm:prSet presAssocID="{F9AFB4EA-1A36-4E49-9CEC-19850B57CF10}" presName="thickLine" presStyleLbl="alignNode1" presStyleIdx="6" presStyleCnt="10"/>
      <dgm:spPr/>
    </dgm:pt>
    <dgm:pt modelId="{EDEDC9A7-0C81-4ACD-97CE-2BCDA46B9EF7}" type="pres">
      <dgm:prSet presAssocID="{F9AFB4EA-1A36-4E49-9CEC-19850B57CF10}" presName="horz1" presStyleCnt="0"/>
      <dgm:spPr/>
    </dgm:pt>
    <dgm:pt modelId="{FC878A71-387F-4906-8A66-E91A2DEF4733}" type="pres">
      <dgm:prSet presAssocID="{F9AFB4EA-1A36-4E49-9CEC-19850B57CF10}" presName="tx1" presStyleLbl="revTx" presStyleIdx="6" presStyleCnt="10"/>
      <dgm:spPr/>
    </dgm:pt>
    <dgm:pt modelId="{70D887F3-2C27-4615-8178-3EFA6601FB55}" type="pres">
      <dgm:prSet presAssocID="{F9AFB4EA-1A36-4E49-9CEC-19850B57CF10}" presName="vert1" presStyleCnt="0"/>
      <dgm:spPr/>
    </dgm:pt>
    <dgm:pt modelId="{4087C6A8-29A6-4167-A8FB-1080E976D67E}" type="pres">
      <dgm:prSet presAssocID="{609F883D-2774-44C9-B9A6-705191B1BDB4}" presName="thickLine" presStyleLbl="alignNode1" presStyleIdx="7" presStyleCnt="10"/>
      <dgm:spPr/>
    </dgm:pt>
    <dgm:pt modelId="{9525E9EB-FDFF-4BD5-8D2C-C62A0E8E1349}" type="pres">
      <dgm:prSet presAssocID="{609F883D-2774-44C9-B9A6-705191B1BDB4}" presName="horz1" presStyleCnt="0"/>
      <dgm:spPr/>
    </dgm:pt>
    <dgm:pt modelId="{B3754A7D-310E-421B-BE3E-E19B093B5E22}" type="pres">
      <dgm:prSet presAssocID="{609F883D-2774-44C9-B9A6-705191B1BDB4}" presName="tx1" presStyleLbl="revTx" presStyleIdx="7" presStyleCnt="10"/>
      <dgm:spPr/>
    </dgm:pt>
    <dgm:pt modelId="{3545AF43-7803-4249-8A83-BEA32CFEC1BC}" type="pres">
      <dgm:prSet presAssocID="{609F883D-2774-44C9-B9A6-705191B1BDB4}" presName="vert1" presStyleCnt="0"/>
      <dgm:spPr/>
    </dgm:pt>
    <dgm:pt modelId="{43E88684-B4A4-4ED0-935F-0B9DA9A2DAA3}" type="pres">
      <dgm:prSet presAssocID="{42864001-1197-424A-A715-03B9F8D5D8C1}" presName="thickLine" presStyleLbl="alignNode1" presStyleIdx="8" presStyleCnt="10"/>
      <dgm:spPr/>
    </dgm:pt>
    <dgm:pt modelId="{67E5E0BA-904F-489D-B68C-9DA874B8C7FB}" type="pres">
      <dgm:prSet presAssocID="{42864001-1197-424A-A715-03B9F8D5D8C1}" presName="horz1" presStyleCnt="0"/>
      <dgm:spPr/>
    </dgm:pt>
    <dgm:pt modelId="{21D17CD7-3AE5-4224-9900-4D2F5E74BEA9}" type="pres">
      <dgm:prSet presAssocID="{42864001-1197-424A-A715-03B9F8D5D8C1}" presName="tx1" presStyleLbl="revTx" presStyleIdx="8" presStyleCnt="10"/>
      <dgm:spPr/>
    </dgm:pt>
    <dgm:pt modelId="{7F4ED120-F3FA-4707-B62F-7BE918909B5C}" type="pres">
      <dgm:prSet presAssocID="{42864001-1197-424A-A715-03B9F8D5D8C1}" presName="vert1" presStyleCnt="0"/>
      <dgm:spPr/>
    </dgm:pt>
    <dgm:pt modelId="{92B9B520-AC5C-42CE-B074-8F9A1A2F114C}" type="pres">
      <dgm:prSet presAssocID="{5D062DB8-33FA-4DC5-B9F5-1DE6905389C7}" presName="thickLine" presStyleLbl="alignNode1" presStyleIdx="9" presStyleCnt="10"/>
      <dgm:spPr/>
    </dgm:pt>
    <dgm:pt modelId="{AD604264-9A51-4D8A-B758-1F92EB10C693}" type="pres">
      <dgm:prSet presAssocID="{5D062DB8-33FA-4DC5-B9F5-1DE6905389C7}" presName="horz1" presStyleCnt="0"/>
      <dgm:spPr/>
    </dgm:pt>
    <dgm:pt modelId="{1B06EB50-6B14-485B-8668-D5FDD372BE4D}" type="pres">
      <dgm:prSet presAssocID="{5D062DB8-33FA-4DC5-B9F5-1DE6905389C7}" presName="tx1" presStyleLbl="revTx" presStyleIdx="9" presStyleCnt="10"/>
      <dgm:spPr/>
    </dgm:pt>
    <dgm:pt modelId="{FC9C653A-0979-4D0A-B06E-82973D157423}" type="pres">
      <dgm:prSet presAssocID="{5D062DB8-33FA-4DC5-B9F5-1DE6905389C7}" presName="vert1" presStyleCnt="0"/>
      <dgm:spPr/>
    </dgm:pt>
  </dgm:ptLst>
  <dgm:cxnLst>
    <dgm:cxn modelId="{00A07D01-BABF-487F-AF16-375D484B211A}" srcId="{3E4EC199-919A-43CC-858B-D923D1605C74}" destId="{608AFD5A-41BE-4D0F-BC02-E1EE80A368FC}" srcOrd="3" destOrd="0" parTransId="{CA8869EC-9946-48F0-A7DA-6064292C4475}" sibTransId="{2708EEE6-F0F7-434B-8C43-9C955878D29E}"/>
    <dgm:cxn modelId="{E2922707-A413-4B00-A347-8431CAB75386}" type="presOf" srcId="{53FBBEEB-890B-4B87-BFCE-190EA128A375}" destId="{BFA1775F-20B7-4E4D-8EE8-9B9052E7180E}" srcOrd="0" destOrd="0" presId="urn:microsoft.com/office/officeart/2008/layout/LinedList"/>
    <dgm:cxn modelId="{8F8AB20C-B9CE-4C49-A077-4FB9F61E9070}" srcId="{3E4EC199-919A-43CC-858B-D923D1605C74}" destId="{623E7692-EDF6-44BE-98BB-75EF384A1558}" srcOrd="4" destOrd="0" parTransId="{CC9EB624-5D2C-4011-8BF8-25C64B7C5CC9}" sibTransId="{188BC2C0-C099-42A6-BEFC-AB80B16595CB}"/>
    <dgm:cxn modelId="{E9DCDB10-BED2-47FF-B6A9-3A5DCB1CB88C}" type="presOf" srcId="{609F883D-2774-44C9-B9A6-705191B1BDB4}" destId="{B3754A7D-310E-421B-BE3E-E19B093B5E22}" srcOrd="0" destOrd="0" presId="urn:microsoft.com/office/officeart/2008/layout/LinedList"/>
    <dgm:cxn modelId="{977DA625-E506-48F6-A920-81266F0A207F}" srcId="{3E4EC199-919A-43CC-858B-D923D1605C74}" destId="{53FBBEEB-890B-4B87-BFCE-190EA128A375}" srcOrd="2" destOrd="0" parTransId="{0E083A60-EBA9-4DAC-A74C-F11F00A0A882}" sibTransId="{BF7C0058-0CA1-4F67-8594-470A3AE87260}"/>
    <dgm:cxn modelId="{F0F94329-5E0F-42E5-9930-D31FA328E7F1}" type="presOf" srcId="{E1F2BA12-C8DB-4ACF-8EDC-11169BD1DD98}" destId="{87974030-8D69-43EC-A830-80766FAF0DEE}" srcOrd="0" destOrd="0" presId="urn:microsoft.com/office/officeart/2008/layout/LinedList"/>
    <dgm:cxn modelId="{350BA42D-6EB1-497D-ADCC-7966E55B35AE}" srcId="{3E4EC199-919A-43CC-858B-D923D1605C74}" destId="{E1F2BA12-C8DB-4ACF-8EDC-11169BD1DD98}" srcOrd="5" destOrd="0" parTransId="{01534AA7-B16D-478F-A24E-1F2E4B2DEC90}" sibTransId="{AA71533E-8DE2-4969-8412-D88EC402813F}"/>
    <dgm:cxn modelId="{B768DB62-424D-4DC6-AAC8-C8D4E482B723}" type="presOf" srcId="{B5EA4F47-9485-4023-8FE0-2B2C5F3F4E8B}" destId="{3C704F90-5CC5-402A-949F-FB452BDFAEEF}" srcOrd="0" destOrd="0" presId="urn:microsoft.com/office/officeart/2008/layout/LinedList"/>
    <dgm:cxn modelId="{3D663747-FA72-4981-8F70-3F9922FBE452}" srcId="{3E4EC199-919A-43CC-858B-D923D1605C74}" destId="{5D062DB8-33FA-4DC5-B9F5-1DE6905389C7}" srcOrd="9" destOrd="0" parTransId="{7C06F23B-F89A-4E4C-A3D3-564983E56D6A}" sibTransId="{A8C4B5C0-F194-499B-9944-15AB8742D1F5}"/>
    <dgm:cxn modelId="{89AB6552-B3B3-462B-BB2E-A8F06329F9FD}" type="presOf" srcId="{623E7692-EDF6-44BE-98BB-75EF384A1558}" destId="{7EDECA08-C9D8-45A1-8148-D45BFCA93A97}" srcOrd="0" destOrd="0" presId="urn:microsoft.com/office/officeart/2008/layout/LinedList"/>
    <dgm:cxn modelId="{BC2A8653-C9C3-4390-B7FC-CB9459CDE968}" srcId="{3E4EC199-919A-43CC-858B-D923D1605C74}" destId="{42864001-1197-424A-A715-03B9F8D5D8C1}" srcOrd="8" destOrd="0" parTransId="{864906A7-1C43-4148-8F02-5DC51C3E48EE}" sibTransId="{706BD685-CF63-45F7-A9DD-B23B0A4B9C71}"/>
    <dgm:cxn modelId="{18A8668F-23C8-47F6-957E-E072AD2811DF}" type="presOf" srcId="{608AFD5A-41BE-4D0F-BC02-E1EE80A368FC}" destId="{BC448B46-EEB4-4AF6-9215-180B3F1F8C14}" srcOrd="0" destOrd="0" presId="urn:microsoft.com/office/officeart/2008/layout/LinedList"/>
    <dgm:cxn modelId="{0EBA6794-4051-4005-BF23-26CB2993FA27}" type="presOf" srcId="{42864001-1197-424A-A715-03B9F8D5D8C1}" destId="{21D17CD7-3AE5-4224-9900-4D2F5E74BEA9}" srcOrd="0" destOrd="0" presId="urn:microsoft.com/office/officeart/2008/layout/LinedList"/>
    <dgm:cxn modelId="{719A89A1-2697-4149-964B-D4C5C5D568D7}" type="presOf" srcId="{3E4EC199-919A-43CC-858B-D923D1605C74}" destId="{B668FDDB-A27D-4B7C-8731-A7094B556B7C}" srcOrd="0" destOrd="0" presId="urn:microsoft.com/office/officeart/2008/layout/LinedList"/>
    <dgm:cxn modelId="{47C1D7A4-CF07-40D7-BD32-4F82A613C32C}" type="presOf" srcId="{BE1C8BF0-4F65-446A-B644-0C2D5CE2F7F7}" destId="{45D697BF-BAFF-456D-A77C-A6178F99D98B}" srcOrd="0" destOrd="0" presId="urn:microsoft.com/office/officeart/2008/layout/LinedList"/>
    <dgm:cxn modelId="{9434EFB6-2F13-4A40-9FE2-305278197A19}" type="presOf" srcId="{F9AFB4EA-1A36-4E49-9CEC-19850B57CF10}" destId="{FC878A71-387F-4906-8A66-E91A2DEF4733}" srcOrd="0" destOrd="0" presId="urn:microsoft.com/office/officeart/2008/layout/LinedList"/>
    <dgm:cxn modelId="{C32CF7E2-CE3C-4D9C-8051-6CF0360E578E}" srcId="{3E4EC199-919A-43CC-858B-D923D1605C74}" destId="{F9AFB4EA-1A36-4E49-9CEC-19850B57CF10}" srcOrd="6" destOrd="0" parTransId="{517714A7-498B-4AC5-BA51-0DDF4904E66C}" sibTransId="{836D4EF4-EB8D-4E70-A4DD-021D4DF83BA5}"/>
    <dgm:cxn modelId="{351525EA-761C-4956-A5EE-D1529E3372C0}" srcId="{3E4EC199-919A-43CC-858B-D923D1605C74}" destId="{BE1C8BF0-4F65-446A-B644-0C2D5CE2F7F7}" srcOrd="1" destOrd="0" parTransId="{8388BCE8-B694-40DE-BF96-64B6D769CCFD}" sibTransId="{98F86763-3AD0-45C5-ADB8-32CEA6284313}"/>
    <dgm:cxn modelId="{1FEA92EC-8637-4FD1-9943-B016F4744897}" srcId="{3E4EC199-919A-43CC-858B-D923D1605C74}" destId="{609F883D-2774-44C9-B9A6-705191B1BDB4}" srcOrd="7" destOrd="0" parTransId="{14B68948-9964-4C3A-8517-F4C1A1E30AFE}" sibTransId="{6EC56F92-28D7-4944-99EE-BB8F2B956DD2}"/>
    <dgm:cxn modelId="{90E33EED-B1AC-4C7D-91A1-C7D585793A75}" type="presOf" srcId="{5D062DB8-33FA-4DC5-B9F5-1DE6905389C7}" destId="{1B06EB50-6B14-485B-8668-D5FDD372BE4D}" srcOrd="0" destOrd="0" presId="urn:microsoft.com/office/officeart/2008/layout/LinedList"/>
    <dgm:cxn modelId="{AEC96AFF-17DD-4475-A4B8-D2EF153E6D3A}" srcId="{3E4EC199-919A-43CC-858B-D923D1605C74}" destId="{B5EA4F47-9485-4023-8FE0-2B2C5F3F4E8B}" srcOrd="0" destOrd="0" parTransId="{4D390FA7-0101-4EE3-B997-E0CCAF300E3C}" sibTransId="{09DEC141-274C-4308-A07C-D4564CA6894F}"/>
    <dgm:cxn modelId="{8CA55390-4387-4D15-96BD-28B9BE8C38E0}" type="presParOf" srcId="{B668FDDB-A27D-4B7C-8731-A7094B556B7C}" destId="{5C248243-6522-42F8-A526-98F5D6CC2F07}" srcOrd="0" destOrd="0" presId="urn:microsoft.com/office/officeart/2008/layout/LinedList"/>
    <dgm:cxn modelId="{2EF41765-6DDA-4783-8E55-F5ABAAB1C6C1}" type="presParOf" srcId="{B668FDDB-A27D-4B7C-8731-A7094B556B7C}" destId="{F1F411E4-44B2-4740-945B-ECF133B6F507}" srcOrd="1" destOrd="0" presId="urn:microsoft.com/office/officeart/2008/layout/LinedList"/>
    <dgm:cxn modelId="{46CCFEEF-6AC4-4A9A-A093-4F8B87CF3945}" type="presParOf" srcId="{F1F411E4-44B2-4740-945B-ECF133B6F507}" destId="{3C704F90-5CC5-402A-949F-FB452BDFAEEF}" srcOrd="0" destOrd="0" presId="urn:microsoft.com/office/officeart/2008/layout/LinedList"/>
    <dgm:cxn modelId="{66AE5165-004F-4F00-BFA7-0C64A81B8CF0}" type="presParOf" srcId="{F1F411E4-44B2-4740-945B-ECF133B6F507}" destId="{7CDDC205-3096-47EC-B06B-6113E83F59C3}" srcOrd="1" destOrd="0" presId="urn:microsoft.com/office/officeart/2008/layout/LinedList"/>
    <dgm:cxn modelId="{BBA92B14-3E8C-4DF9-A3C8-94296411C3C2}" type="presParOf" srcId="{B668FDDB-A27D-4B7C-8731-A7094B556B7C}" destId="{9C903337-BACF-4D2D-8133-ADBE44DBB288}" srcOrd="2" destOrd="0" presId="urn:microsoft.com/office/officeart/2008/layout/LinedList"/>
    <dgm:cxn modelId="{79CD48B2-4C35-4605-B46F-4DC6C6E5270F}" type="presParOf" srcId="{B668FDDB-A27D-4B7C-8731-A7094B556B7C}" destId="{9F77B5D3-BA18-4278-A37A-27BC35B36D88}" srcOrd="3" destOrd="0" presId="urn:microsoft.com/office/officeart/2008/layout/LinedList"/>
    <dgm:cxn modelId="{41C32366-CBFC-432C-B9CC-A4C46C660FCA}" type="presParOf" srcId="{9F77B5D3-BA18-4278-A37A-27BC35B36D88}" destId="{45D697BF-BAFF-456D-A77C-A6178F99D98B}" srcOrd="0" destOrd="0" presId="urn:microsoft.com/office/officeart/2008/layout/LinedList"/>
    <dgm:cxn modelId="{EA1298CB-4114-4885-8F63-EA22D32D5F1D}" type="presParOf" srcId="{9F77B5D3-BA18-4278-A37A-27BC35B36D88}" destId="{3E28B8DF-63B4-4913-9878-DE8B6C82851B}" srcOrd="1" destOrd="0" presId="urn:microsoft.com/office/officeart/2008/layout/LinedList"/>
    <dgm:cxn modelId="{C75869E5-D450-46A4-9AEB-B1A476BF3BCF}" type="presParOf" srcId="{B668FDDB-A27D-4B7C-8731-A7094B556B7C}" destId="{EC3B9033-DD98-4B15-B67C-769771A414B1}" srcOrd="4" destOrd="0" presId="urn:microsoft.com/office/officeart/2008/layout/LinedList"/>
    <dgm:cxn modelId="{B65C0FFE-FB79-4AC4-8E3B-1925AE04F287}" type="presParOf" srcId="{B668FDDB-A27D-4B7C-8731-A7094B556B7C}" destId="{96BB80CD-969E-4DD8-8FDC-E8F4D9C4B10A}" srcOrd="5" destOrd="0" presId="urn:microsoft.com/office/officeart/2008/layout/LinedList"/>
    <dgm:cxn modelId="{5C4CB129-D839-4C94-8575-F951C85B5FF8}" type="presParOf" srcId="{96BB80CD-969E-4DD8-8FDC-E8F4D9C4B10A}" destId="{BFA1775F-20B7-4E4D-8EE8-9B9052E7180E}" srcOrd="0" destOrd="0" presId="urn:microsoft.com/office/officeart/2008/layout/LinedList"/>
    <dgm:cxn modelId="{512049D6-FC68-4172-AAD2-AC2B5EB8C79B}" type="presParOf" srcId="{96BB80CD-969E-4DD8-8FDC-E8F4D9C4B10A}" destId="{CB11BE41-1AA2-4848-83E9-14AA1F1A0696}" srcOrd="1" destOrd="0" presId="urn:microsoft.com/office/officeart/2008/layout/LinedList"/>
    <dgm:cxn modelId="{8DEF4FED-55FC-46CD-9ABA-DF628ADAF7A8}" type="presParOf" srcId="{B668FDDB-A27D-4B7C-8731-A7094B556B7C}" destId="{7A46DCBD-9CCB-4F96-8273-26E0B59BA429}" srcOrd="6" destOrd="0" presId="urn:microsoft.com/office/officeart/2008/layout/LinedList"/>
    <dgm:cxn modelId="{82783E84-0985-461D-98C6-3946FF24BF01}" type="presParOf" srcId="{B668FDDB-A27D-4B7C-8731-A7094B556B7C}" destId="{EEAF3533-FBED-421F-95DC-C552BD4488CA}" srcOrd="7" destOrd="0" presId="urn:microsoft.com/office/officeart/2008/layout/LinedList"/>
    <dgm:cxn modelId="{F259DBF7-19B9-469E-8157-21CC6FA26EED}" type="presParOf" srcId="{EEAF3533-FBED-421F-95DC-C552BD4488CA}" destId="{BC448B46-EEB4-4AF6-9215-180B3F1F8C14}" srcOrd="0" destOrd="0" presId="urn:microsoft.com/office/officeart/2008/layout/LinedList"/>
    <dgm:cxn modelId="{5FE074BC-C9A0-4703-8037-A894DD6D0027}" type="presParOf" srcId="{EEAF3533-FBED-421F-95DC-C552BD4488CA}" destId="{6993B8AD-BD03-465C-9E92-2DBA03BA4F27}" srcOrd="1" destOrd="0" presId="urn:microsoft.com/office/officeart/2008/layout/LinedList"/>
    <dgm:cxn modelId="{0F8CCBCD-BB17-47D7-B8A3-BD2E1F2229CA}" type="presParOf" srcId="{B668FDDB-A27D-4B7C-8731-A7094B556B7C}" destId="{1C2CF006-FD4A-4D98-BE9C-14081B232E7F}" srcOrd="8" destOrd="0" presId="urn:microsoft.com/office/officeart/2008/layout/LinedList"/>
    <dgm:cxn modelId="{E4168677-C505-41FB-B573-E317A4705183}" type="presParOf" srcId="{B668FDDB-A27D-4B7C-8731-A7094B556B7C}" destId="{95E39A2E-526B-4791-A8BE-A54E1C53C647}" srcOrd="9" destOrd="0" presId="urn:microsoft.com/office/officeart/2008/layout/LinedList"/>
    <dgm:cxn modelId="{30F3FFBA-F8FD-400A-AB4C-32DE0BE87B15}" type="presParOf" srcId="{95E39A2E-526B-4791-A8BE-A54E1C53C647}" destId="{7EDECA08-C9D8-45A1-8148-D45BFCA93A97}" srcOrd="0" destOrd="0" presId="urn:microsoft.com/office/officeart/2008/layout/LinedList"/>
    <dgm:cxn modelId="{8C4863FA-D26C-4003-8919-E3B28B910FFE}" type="presParOf" srcId="{95E39A2E-526B-4791-A8BE-A54E1C53C647}" destId="{FBCD6B59-B8E2-453B-83EF-40FBCEDF7673}" srcOrd="1" destOrd="0" presId="urn:microsoft.com/office/officeart/2008/layout/LinedList"/>
    <dgm:cxn modelId="{27025720-FFDE-4295-BD99-21D58DE6AB7B}" type="presParOf" srcId="{B668FDDB-A27D-4B7C-8731-A7094B556B7C}" destId="{6FEF1857-2EC6-4825-A07E-C46C6DE5ED01}" srcOrd="10" destOrd="0" presId="urn:microsoft.com/office/officeart/2008/layout/LinedList"/>
    <dgm:cxn modelId="{1FAB2662-3A2D-4095-AC91-6644D1A4E140}" type="presParOf" srcId="{B668FDDB-A27D-4B7C-8731-A7094B556B7C}" destId="{5B77B85D-B4D0-4F44-A1D7-B8F2EF47C7A2}" srcOrd="11" destOrd="0" presId="urn:microsoft.com/office/officeart/2008/layout/LinedList"/>
    <dgm:cxn modelId="{C9AF10B1-2B0B-441E-99F1-53EC86DA18B9}" type="presParOf" srcId="{5B77B85D-B4D0-4F44-A1D7-B8F2EF47C7A2}" destId="{87974030-8D69-43EC-A830-80766FAF0DEE}" srcOrd="0" destOrd="0" presId="urn:microsoft.com/office/officeart/2008/layout/LinedList"/>
    <dgm:cxn modelId="{94D4BFE7-7325-43DF-9DDB-9359A39B64B7}" type="presParOf" srcId="{5B77B85D-B4D0-4F44-A1D7-B8F2EF47C7A2}" destId="{0B8F53AB-BC30-4144-BE62-612E7769C90B}" srcOrd="1" destOrd="0" presId="urn:microsoft.com/office/officeart/2008/layout/LinedList"/>
    <dgm:cxn modelId="{4D1EEB5A-CE98-4DE6-9A88-B6F317F54081}" type="presParOf" srcId="{B668FDDB-A27D-4B7C-8731-A7094B556B7C}" destId="{2B8725C5-FD2B-47FF-AB29-72350B03B5AD}" srcOrd="12" destOrd="0" presId="urn:microsoft.com/office/officeart/2008/layout/LinedList"/>
    <dgm:cxn modelId="{1F81B19B-D428-4BB2-8774-13581832C910}" type="presParOf" srcId="{B668FDDB-A27D-4B7C-8731-A7094B556B7C}" destId="{EDEDC9A7-0C81-4ACD-97CE-2BCDA46B9EF7}" srcOrd="13" destOrd="0" presId="urn:microsoft.com/office/officeart/2008/layout/LinedList"/>
    <dgm:cxn modelId="{8C078F5D-B9DA-41C6-BDB8-51AEF12F9D37}" type="presParOf" srcId="{EDEDC9A7-0C81-4ACD-97CE-2BCDA46B9EF7}" destId="{FC878A71-387F-4906-8A66-E91A2DEF4733}" srcOrd="0" destOrd="0" presId="urn:microsoft.com/office/officeart/2008/layout/LinedList"/>
    <dgm:cxn modelId="{4F09C906-5BB7-44E9-9F4D-6CE30B59C01C}" type="presParOf" srcId="{EDEDC9A7-0C81-4ACD-97CE-2BCDA46B9EF7}" destId="{70D887F3-2C27-4615-8178-3EFA6601FB55}" srcOrd="1" destOrd="0" presId="urn:microsoft.com/office/officeart/2008/layout/LinedList"/>
    <dgm:cxn modelId="{2E3DEEED-E8F5-45FB-8399-C84CED63917A}" type="presParOf" srcId="{B668FDDB-A27D-4B7C-8731-A7094B556B7C}" destId="{4087C6A8-29A6-4167-A8FB-1080E976D67E}" srcOrd="14" destOrd="0" presId="urn:microsoft.com/office/officeart/2008/layout/LinedList"/>
    <dgm:cxn modelId="{6AAC985A-9CC8-4377-BD0A-D05C9D321D4C}" type="presParOf" srcId="{B668FDDB-A27D-4B7C-8731-A7094B556B7C}" destId="{9525E9EB-FDFF-4BD5-8D2C-C62A0E8E1349}" srcOrd="15" destOrd="0" presId="urn:microsoft.com/office/officeart/2008/layout/LinedList"/>
    <dgm:cxn modelId="{52B85437-ED19-47BE-9D87-2347FA070070}" type="presParOf" srcId="{9525E9EB-FDFF-4BD5-8D2C-C62A0E8E1349}" destId="{B3754A7D-310E-421B-BE3E-E19B093B5E22}" srcOrd="0" destOrd="0" presId="urn:microsoft.com/office/officeart/2008/layout/LinedList"/>
    <dgm:cxn modelId="{9003DB7B-D22E-4449-BACB-D19D261B74A1}" type="presParOf" srcId="{9525E9EB-FDFF-4BD5-8D2C-C62A0E8E1349}" destId="{3545AF43-7803-4249-8A83-BEA32CFEC1BC}" srcOrd="1" destOrd="0" presId="urn:microsoft.com/office/officeart/2008/layout/LinedList"/>
    <dgm:cxn modelId="{7ADCF849-3F95-45C9-9EB6-F3C68FE5EE56}" type="presParOf" srcId="{B668FDDB-A27D-4B7C-8731-A7094B556B7C}" destId="{43E88684-B4A4-4ED0-935F-0B9DA9A2DAA3}" srcOrd="16" destOrd="0" presId="urn:microsoft.com/office/officeart/2008/layout/LinedList"/>
    <dgm:cxn modelId="{041A96D3-F4C2-4519-AC45-C225DD99424F}" type="presParOf" srcId="{B668FDDB-A27D-4B7C-8731-A7094B556B7C}" destId="{67E5E0BA-904F-489D-B68C-9DA874B8C7FB}" srcOrd="17" destOrd="0" presId="urn:microsoft.com/office/officeart/2008/layout/LinedList"/>
    <dgm:cxn modelId="{3AB735CB-D604-4364-A87D-1B55856A1DD5}" type="presParOf" srcId="{67E5E0BA-904F-489D-B68C-9DA874B8C7FB}" destId="{21D17CD7-3AE5-4224-9900-4D2F5E74BEA9}" srcOrd="0" destOrd="0" presId="urn:microsoft.com/office/officeart/2008/layout/LinedList"/>
    <dgm:cxn modelId="{B454CF3C-5139-4A5E-897F-080D9C40DEA4}" type="presParOf" srcId="{67E5E0BA-904F-489D-B68C-9DA874B8C7FB}" destId="{7F4ED120-F3FA-4707-B62F-7BE918909B5C}" srcOrd="1" destOrd="0" presId="urn:microsoft.com/office/officeart/2008/layout/LinedList"/>
    <dgm:cxn modelId="{36982451-DC2A-4E70-8E85-D15E3DF12F96}" type="presParOf" srcId="{B668FDDB-A27D-4B7C-8731-A7094B556B7C}" destId="{92B9B520-AC5C-42CE-B074-8F9A1A2F114C}" srcOrd="18" destOrd="0" presId="urn:microsoft.com/office/officeart/2008/layout/LinedList"/>
    <dgm:cxn modelId="{669788D8-37C8-4465-96F7-ED177E2759D7}" type="presParOf" srcId="{B668FDDB-A27D-4B7C-8731-A7094B556B7C}" destId="{AD604264-9A51-4D8A-B758-1F92EB10C693}" srcOrd="19" destOrd="0" presId="urn:microsoft.com/office/officeart/2008/layout/LinedList"/>
    <dgm:cxn modelId="{C37FE0E0-E0CC-47A4-8111-96A3E25FF174}" type="presParOf" srcId="{AD604264-9A51-4D8A-B758-1F92EB10C693}" destId="{1B06EB50-6B14-485B-8668-D5FDD372BE4D}" srcOrd="0" destOrd="0" presId="urn:microsoft.com/office/officeart/2008/layout/LinedList"/>
    <dgm:cxn modelId="{5D07AB66-0529-400D-BE81-EA6BE5CDD8C1}" type="presParOf" srcId="{AD604264-9A51-4D8A-B758-1F92EB10C693}" destId="{FC9C653A-0979-4D0A-B06E-82973D15742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24020-1A9A-4CA3-AA26-934974928BA0}">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CA5D92-D5EC-4ADB-87B3-9CC712093B21}">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9E8CBB-8E7F-4E28-9910-1740108C6FA3}">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0" i="0" kern="1200"/>
            <a:t>A project proposal is a detailed pitch explaining what your project is, why it’s important, how you plan to do it, and how much it will cost. </a:t>
          </a:r>
          <a:endParaRPr lang="en-US" sz="2300" kern="1200"/>
        </a:p>
      </dsp:txBody>
      <dsp:txXfrm>
        <a:off x="1437631" y="531"/>
        <a:ext cx="9077968" cy="1244702"/>
      </dsp:txXfrm>
    </dsp:sp>
    <dsp:sp modelId="{BF643A9B-C7ED-4D1F-A441-1EA0EE55347B}">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54FE67-BC5F-4FBB-A4EA-1E90B189D912}">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6E5BD9-9B80-4ACF-A698-0FC277330F51}">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0" i="0" kern="1200"/>
            <a:t>It also includes who will be involved and how you’ll measure success. Project proposals are used to convince stakeholders, like your boss, investors, or potential partners, that your project is worth doing.</a:t>
          </a:r>
          <a:endParaRPr lang="en-US" sz="2300" kern="1200"/>
        </a:p>
      </dsp:txBody>
      <dsp:txXfrm>
        <a:off x="1437631" y="1556410"/>
        <a:ext cx="9077968" cy="1244702"/>
      </dsp:txXfrm>
    </dsp:sp>
    <dsp:sp modelId="{7D600477-61EA-4629-AD9E-1947BAB33609}">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AF6E28-E3B8-44E8-B353-BD399E9C655F}">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6F04D2-36E3-4C95-BB16-113F4DC0C5DD}">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0" i="0" kern="1200"/>
            <a:t>Think of it as a roadmap for your project that helps you get the resources you need to make it happen.</a:t>
          </a:r>
          <a:endParaRPr lang="en-US" sz="2300" kern="1200"/>
        </a:p>
      </dsp:txBody>
      <dsp:txXfrm>
        <a:off x="1437631" y="3112289"/>
        <a:ext cx="9077968" cy="12447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52F3DA-ED81-4359-B74E-3036A5884F84}">
      <dsp:nvSpPr>
        <dsp:cNvPr id="0" name=""/>
        <dsp:cNvSpPr/>
      </dsp:nvSpPr>
      <dsp:spPr>
        <a:xfrm>
          <a:off x="343523" y="65221"/>
          <a:ext cx="752076" cy="75207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1CB05B-5970-4C4F-9506-50C00A9B302B}">
      <dsp:nvSpPr>
        <dsp:cNvPr id="0" name=""/>
        <dsp:cNvSpPr/>
      </dsp:nvSpPr>
      <dsp:spPr>
        <a:xfrm>
          <a:off x="501459" y="223157"/>
          <a:ext cx="436204" cy="4362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D78723-1212-4D2B-A4C7-FA03491D541D}">
      <dsp:nvSpPr>
        <dsp:cNvPr id="0" name=""/>
        <dsp:cNvSpPr/>
      </dsp:nvSpPr>
      <dsp:spPr>
        <a:xfrm>
          <a:off x="1256759" y="65221"/>
          <a:ext cx="1772752" cy="75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0" i="0" kern="1200" baseline="0"/>
            <a:t>Initial Project Planning</a:t>
          </a:r>
          <a:endParaRPr lang="en-US" sz="1900" kern="1200"/>
        </a:p>
      </dsp:txBody>
      <dsp:txXfrm>
        <a:off x="1256759" y="65221"/>
        <a:ext cx="1772752" cy="752076"/>
      </dsp:txXfrm>
    </dsp:sp>
    <dsp:sp modelId="{E03D425E-95A7-49B8-AE00-FF28D510B0B2}">
      <dsp:nvSpPr>
        <dsp:cNvPr id="0" name=""/>
        <dsp:cNvSpPr/>
      </dsp:nvSpPr>
      <dsp:spPr>
        <a:xfrm>
          <a:off x="3338400" y="65221"/>
          <a:ext cx="752076" cy="75207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70F11F-96A5-49E3-AE9F-040899FE6B32}">
      <dsp:nvSpPr>
        <dsp:cNvPr id="0" name=""/>
        <dsp:cNvSpPr/>
      </dsp:nvSpPr>
      <dsp:spPr>
        <a:xfrm>
          <a:off x="3496337" y="223157"/>
          <a:ext cx="436204" cy="4362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C4B653-D832-4859-813F-E85F1F295327}">
      <dsp:nvSpPr>
        <dsp:cNvPr id="0" name=""/>
        <dsp:cNvSpPr/>
      </dsp:nvSpPr>
      <dsp:spPr>
        <a:xfrm>
          <a:off x="4251637" y="65221"/>
          <a:ext cx="1772752" cy="75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0" i="0" kern="1200" baseline="0"/>
            <a:t>Seeking Funding or Grants</a:t>
          </a:r>
          <a:endParaRPr lang="en-US" sz="1900" kern="1200"/>
        </a:p>
      </dsp:txBody>
      <dsp:txXfrm>
        <a:off x="4251637" y="65221"/>
        <a:ext cx="1772752" cy="752076"/>
      </dsp:txXfrm>
    </dsp:sp>
    <dsp:sp modelId="{4822EFB2-6664-4D1A-BCEE-9127BFA9A688}">
      <dsp:nvSpPr>
        <dsp:cNvPr id="0" name=""/>
        <dsp:cNvSpPr/>
      </dsp:nvSpPr>
      <dsp:spPr>
        <a:xfrm>
          <a:off x="343523" y="1906252"/>
          <a:ext cx="752076" cy="75207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0AF50B-9970-44A2-BF6A-E68F0D218173}">
      <dsp:nvSpPr>
        <dsp:cNvPr id="0" name=""/>
        <dsp:cNvSpPr/>
      </dsp:nvSpPr>
      <dsp:spPr>
        <a:xfrm>
          <a:off x="501459" y="2064188"/>
          <a:ext cx="436204" cy="4362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FCC29C-834D-468C-BD64-B103E4E32AEE}">
      <dsp:nvSpPr>
        <dsp:cNvPr id="0" name=""/>
        <dsp:cNvSpPr/>
      </dsp:nvSpPr>
      <dsp:spPr>
        <a:xfrm>
          <a:off x="1256759" y="1906252"/>
          <a:ext cx="1772752" cy="75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0" i="0" kern="1200" baseline="0"/>
            <a:t>Client Engagement</a:t>
          </a:r>
          <a:endParaRPr lang="en-US" sz="1900" kern="1200"/>
        </a:p>
      </dsp:txBody>
      <dsp:txXfrm>
        <a:off x="1256759" y="1906252"/>
        <a:ext cx="1772752" cy="752076"/>
      </dsp:txXfrm>
    </dsp:sp>
    <dsp:sp modelId="{A664A995-316E-479B-8AAE-4F6604A5A1F7}">
      <dsp:nvSpPr>
        <dsp:cNvPr id="0" name=""/>
        <dsp:cNvSpPr/>
      </dsp:nvSpPr>
      <dsp:spPr>
        <a:xfrm>
          <a:off x="3338400" y="1906252"/>
          <a:ext cx="752076" cy="75207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5DB81D-C9E3-4392-B80B-2D526C3DAAD9}">
      <dsp:nvSpPr>
        <dsp:cNvPr id="0" name=""/>
        <dsp:cNvSpPr/>
      </dsp:nvSpPr>
      <dsp:spPr>
        <a:xfrm>
          <a:off x="3496337" y="2064188"/>
          <a:ext cx="436204" cy="4362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455BCF-F23B-40A6-84B2-E701F6E1770F}">
      <dsp:nvSpPr>
        <dsp:cNvPr id="0" name=""/>
        <dsp:cNvSpPr/>
      </dsp:nvSpPr>
      <dsp:spPr>
        <a:xfrm>
          <a:off x="4251637" y="1906252"/>
          <a:ext cx="1772752" cy="75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0" i="0" kern="1200" baseline="0"/>
            <a:t>Internal Approval</a:t>
          </a:r>
          <a:endParaRPr lang="en-US" sz="1900" kern="1200"/>
        </a:p>
      </dsp:txBody>
      <dsp:txXfrm>
        <a:off x="4251637" y="1906252"/>
        <a:ext cx="1772752" cy="752076"/>
      </dsp:txXfrm>
    </dsp:sp>
    <dsp:sp modelId="{4A478B9D-A891-41B9-9044-87A3D58D14C8}">
      <dsp:nvSpPr>
        <dsp:cNvPr id="0" name=""/>
        <dsp:cNvSpPr/>
      </dsp:nvSpPr>
      <dsp:spPr>
        <a:xfrm>
          <a:off x="343523" y="3747283"/>
          <a:ext cx="752076" cy="75207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D85F31-3196-464D-BDB1-E4F56F0DAB96}">
      <dsp:nvSpPr>
        <dsp:cNvPr id="0" name=""/>
        <dsp:cNvSpPr/>
      </dsp:nvSpPr>
      <dsp:spPr>
        <a:xfrm>
          <a:off x="501459" y="3905219"/>
          <a:ext cx="436204" cy="43620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DEAA50-67F9-454E-A302-28FA0851D601}">
      <dsp:nvSpPr>
        <dsp:cNvPr id="0" name=""/>
        <dsp:cNvSpPr/>
      </dsp:nvSpPr>
      <dsp:spPr>
        <a:xfrm>
          <a:off x="1256759" y="3747283"/>
          <a:ext cx="1772752" cy="75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0" i="0" kern="1200" baseline="0"/>
            <a:t>Collaborative Projects</a:t>
          </a:r>
          <a:endParaRPr lang="en-US" sz="1900" kern="1200"/>
        </a:p>
      </dsp:txBody>
      <dsp:txXfrm>
        <a:off x="1256759" y="3747283"/>
        <a:ext cx="1772752" cy="752076"/>
      </dsp:txXfrm>
    </dsp:sp>
    <dsp:sp modelId="{29296254-D00E-43C4-ABD4-F53EBDB0A6E6}">
      <dsp:nvSpPr>
        <dsp:cNvPr id="0" name=""/>
        <dsp:cNvSpPr/>
      </dsp:nvSpPr>
      <dsp:spPr>
        <a:xfrm>
          <a:off x="3338400" y="3747283"/>
          <a:ext cx="752076" cy="75207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3397B5-467B-4CBF-9BA6-204419716B1F}">
      <dsp:nvSpPr>
        <dsp:cNvPr id="0" name=""/>
        <dsp:cNvSpPr/>
      </dsp:nvSpPr>
      <dsp:spPr>
        <a:xfrm>
          <a:off x="3496337" y="3905219"/>
          <a:ext cx="436204" cy="43620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59A550-19F5-4361-85B7-40B345F06E50}">
      <dsp:nvSpPr>
        <dsp:cNvPr id="0" name=""/>
        <dsp:cNvSpPr/>
      </dsp:nvSpPr>
      <dsp:spPr>
        <a:xfrm>
          <a:off x="4251637" y="3747283"/>
          <a:ext cx="1772752" cy="75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0" i="0" kern="1200" baseline="0"/>
            <a:t>Project Expansion or Changes</a:t>
          </a:r>
          <a:endParaRPr lang="en-US" sz="1900" kern="1200"/>
        </a:p>
      </dsp:txBody>
      <dsp:txXfrm>
        <a:off x="4251637" y="3747283"/>
        <a:ext cx="1772752" cy="752076"/>
      </dsp:txXfrm>
    </dsp:sp>
    <dsp:sp modelId="{4F9A9CAC-CD4C-4604-AF37-90B98118CBCA}">
      <dsp:nvSpPr>
        <dsp:cNvPr id="0" name=""/>
        <dsp:cNvSpPr/>
      </dsp:nvSpPr>
      <dsp:spPr>
        <a:xfrm>
          <a:off x="343523" y="5588314"/>
          <a:ext cx="752076" cy="75207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679D40-267A-4B38-B72E-F37965D7BE46}">
      <dsp:nvSpPr>
        <dsp:cNvPr id="0" name=""/>
        <dsp:cNvSpPr/>
      </dsp:nvSpPr>
      <dsp:spPr>
        <a:xfrm>
          <a:off x="501459" y="5746250"/>
          <a:ext cx="436204" cy="436204"/>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0558A0-A8D7-4ED9-AAAA-D876C6616339}">
      <dsp:nvSpPr>
        <dsp:cNvPr id="0" name=""/>
        <dsp:cNvSpPr/>
      </dsp:nvSpPr>
      <dsp:spPr>
        <a:xfrm>
          <a:off x="1256759" y="5588314"/>
          <a:ext cx="1772752" cy="75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0" i="0" kern="1200" baseline="0"/>
            <a:t>Formalizing Ideas </a:t>
          </a:r>
          <a:endParaRPr lang="en-US" sz="1900" kern="1200"/>
        </a:p>
      </dsp:txBody>
      <dsp:txXfrm>
        <a:off x="1256759" y="5588314"/>
        <a:ext cx="1772752" cy="7520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4DAC61-A10E-4931-BCD8-B0E31819F062}">
      <dsp:nvSpPr>
        <dsp:cNvPr id="0" name=""/>
        <dsp:cNvSpPr/>
      </dsp:nvSpPr>
      <dsp:spPr>
        <a:xfrm>
          <a:off x="0" y="0"/>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A433C8-F3C0-4F9C-B960-ABFFA179E4B3}">
      <dsp:nvSpPr>
        <dsp:cNvPr id="0" name=""/>
        <dsp:cNvSpPr/>
      </dsp:nvSpPr>
      <dsp:spPr>
        <a:xfrm>
          <a:off x="0" y="0"/>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a:t>Solicited proposals</a:t>
          </a:r>
          <a:endParaRPr lang="en-US" sz="3200" kern="1200"/>
        </a:p>
      </dsp:txBody>
      <dsp:txXfrm>
        <a:off x="0" y="0"/>
        <a:ext cx="6900512" cy="692017"/>
      </dsp:txXfrm>
    </dsp:sp>
    <dsp:sp modelId="{9BF1E577-B9FB-4A5B-99A8-EED98D35E8F7}">
      <dsp:nvSpPr>
        <dsp:cNvPr id="0" name=""/>
        <dsp:cNvSpPr/>
      </dsp:nvSpPr>
      <dsp:spPr>
        <a:xfrm>
          <a:off x="0" y="692017"/>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A46B7E-992B-48CE-BE2E-B700BF615F7E}">
      <dsp:nvSpPr>
        <dsp:cNvPr id="0" name=""/>
        <dsp:cNvSpPr/>
      </dsp:nvSpPr>
      <dsp:spPr>
        <a:xfrm>
          <a:off x="0" y="692017"/>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a:t>Unsolicited proposals</a:t>
          </a:r>
          <a:endParaRPr lang="en-US" sz="3200" kern="1200"/>
        </a:p>
      </dsp:txBody>
      <dsp:txXfrm>
        <a:off x="0" y="692017"/>
        <a:ext cx="6900512" cy="692017"/>
      </dsp:txXfrm>
    </dsp:sp>
    <dsp:sp modelId="{9C506501-1D68-4E5D-91B3-915B791ACEF5}">
      <dsp:nvSpPr>
        <dsp:cNvPr id="0" name=""/>
        <dsp:cNvSpPr/>
      </dsp:nvSpPr>
      <dsp:spPr>
        <a:xfrm>
          <a:off x="0" y="1384035"/>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0D6D6A-2F04-47C2-B015-4D7DBA15FDC0}">
      <dsp:nvSpPr>
        <dsp:cNvPr id="0" name=""/>
        <dsp:cNvSpPr/>
      </dsp:nvSpPr>
      <dsp:spPr>
        <a:xfrm>
          <a:off x="0" y="1384035"/>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a:t>Internal proposals</a:t>
          </a:r>
          <a:endParaRPr lang="en-US" sz="3200" kern="1200"/>
        </a:p>
      </dsp:txBody>
      <dsp:txXfrm>
        <a:off x="0" y="1384035"/>
        <a:ext cx="6900512" cy="692017"/>
      </dsp:txXfrm>
    </dsp:sp>
    <dsp:sp modelId="{888AB778-C475-4CA4-A05B-E1384779C19F}">
      <dsp:nvSpPr>
        <dsp:cNvPr id="0" name=""/>
        <dsp:cNvSpPr/>
      </dsp:nvSpPr>
      <dsp:spPr>
        <a:xfrm>
          <a:off x="0" y="2076052"/>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7B8C44-394F-43B1-A39D-FD18E0F5722E}">
      <dsp:nvSpPr>
        <dsp:cNvPr id="0" name=""/>
        <dsp:cNvSpPr/>
      </dsp:nvSpPr>
      <dsp:spPr>
        <a:xfrm>
          <a:off x="0" y="2076052"/>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a:t>Grant proposals</a:t>
          </a:r>
          <a:endParaRPr lang="en-US" sz="3200" kern="1200"/>
        </a:p>
      </dsp:txBody>
      <dsp:txXfrm>
        <a:off x="0" y="2076052"/>
        <a:ext cx="6900512" cy="692017"/>
      </dsp:txXfrm>
    </dsp:sp>
    <dsp:sp modelId="{1AFAB2D0-8FBF-4595-B864-52A3DA8127C8}">
      <dsp:nvSpPr>
        <dsp:cNvPr id="0" name=""/>
        <dsp:cNvSpPr/>
      </dsp:nvSpPr>
      <dsp:spPr>
        <a:xfrm>
          <a:off x="0" y="2768070"/>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68C16B-4DCC-4882-89D6-8124FF9D4861}">
      <dsp:nvSpPr>
        <dsp:cNvPr id="0" name=""/>
        <dsp:cNvSpPr/>
      </dsp:nvSpPr>
      <dsp:spPr>
        <a:xfrm>
          <a:off x="0" y="2768070"/>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a:t>Research proposals</a:t>
          </a:r>
          <a:endParaRPr lang="en-US" sz="3200" kern="1200"/>
        </a:p>
      </dsp:txBody>
      <dsp:txXfrm>
        <a:off x="0" y="2768070"/>
        <a:ext cx="6900512" cy="692017"/>
      </dsp:txXfrm>
    </dsp:sp>
    <dsp:sp modelId="{9218CB75-F251-4A24-90E3-FDE704F15F4C}">
      <dsp:nvSpPr>
        <dsp:cNvPr id="0" name=""/>
        <dsp:cNvSpPr/>
      </dsp:nvSpPr>
      <dsp:spPr>
        <a:xfrm>
          <a:off x="0" y="3460088"/>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F9F56B-A419-4C54-8496-9B7600CE1E52}">
      <dsp:nvSpPr>
        <dsp:cNvPr id="0" name=""/>
        <dsp:cNvSpPr/>
      </dsp:nvSpPr>
      <dsp:spPr>
        <a:xfrm>
          <a:off x="0" y="3460088"/>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a:t>Marketing proposals</a:t>
          </a:r>
          <a:endParaRPr lang="en-US" sz="3200" kern="1200"/>
        </a:p>
      </dsp:txBody>
      <dsp:txXfrm>
        <a:off x="0" y="3460088"/>
        <a:ext cx="6900512" cy="692017"/>
      </dsp:txXfrm>
    </dsp:sp>
    <dsp:sp modelId="{884B9924-65BF-4E93-B253-6B96C4893794}">
      <dsp:nvSpPr>
        <dsp:cNvPr id="0" name=""/>
        <dsp:cNvSpPr/>
      </dsp:nvSpPr>
      <dsp:spPr>
        <a:xfrm>
          <a:off x="0" y="4152105"/>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182A7F-2DD7-4663-87C9-8647F2CA8572}">
      <dsp:nvSpPr>
        <dsp:cNvPr id="0" name=""/>
        <dsp:cNvSpPr/>
      </dsp:nvSpPr>
      <dsp:spPr>
        <a:xfrm>
          <a:off x="0" y="4152105"/>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a:t>Business proposals</a:t>
          </a:r>
          <a:endParaRPr lang="en-US" sz="3200" kern="1200"/>
        </a:p>
      </dsp:txBody>
      <dsp:txXfrm>
        <a:off x="0" y="4152105"/>
        <a:ext cx="6900512" cy="692017"/>
      </dsp:txXfrm>
    </dsp:sp>
    <dsp:sp modelId="{04CC75EC-12ED-448B-A586-0D0B8BD760C2}">
      <dsp:nvSpPr>
        <dsp:cNvPr id="0" name=""/>
        <dsp:cNvSpPr/>
      </dsp:nvSpPr>
      <dsp:spPr>
        <a:xfrm>
          <a:off x="0" y="4844123"/>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6097F1-F228-4765-A7A9-F464771B46E5}">
      <dsp:nvSpPr>
        <dsp:cNvPr id="0" name=""/>
        <dsp:cNvSpPr/>
      </dsp:nvSpPr>
      <dsp:spPr>
        <a:xfrm>
          <a:off x="0" y="4844123"/>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a:t>IT project proposals </a:t>
          </a:r>
          <a:endParaRPr lang="en-US" sz="3200" kern="1200"/>
        </a:p>
      </dsp:txBody>
      <dsp:txXfrm>
        <a:off x="0" y="4844123"/>
        <a:ext cx="6900512" cy="6920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248243-6522-42F8-A526-98F5D6CC2F07}">
      <dsp:nvSpPr>
        <dsp:cNvPr id="0" name=""/>
        <dsp:cNvSpPr/>
      </dsp:nvSpPr>
      <dsp:spPr>
        <a:xfrm>
          <a:off x="0" y="664"/>
          <a:ext cx="683056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704F90-5CC5-402A-949F-FB452BDFAEEF}">
      <dsp:nvSpPr>
        <dsp:cNvPr id="0" name=""/>
        <dsp:cNvSpPr/>
      </dsp:nvSpPr>
      <dsp:spPr>
        <a:xfrm>
          <a:off x="0" y="664"/>
          <a:ext cx="6830568" cy="543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Define your objectives</a:t>
          </a:r>
          <a:endParaRPr lang="en-US" sz="2500" kern="1200"/>
        </a:p>
      </dsp:txBody>
      <dsp:txXfrm>
        <a:off x="0" y="664"/>
        <a:ext cx="6830568" cy="543935"/>
      </dsp:txXfrm>
    </dsp:sp>
    <dsp:sp modelId="{9C903337-BACF-4D2D-8133-ADBE44DBB288}">
      <dsp:nvSpPr>
        <dsp:cNvPr id="0" name=""/>
        <dsp:cNvSpPr/>
      </dsp:nvSpPr>
      <dsp:spPr>
        <a:xfrm>
          <a:off x="0" y="544599"/>
          <a:ext cx="683056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D697BF-BAFF-456D-A77C-A6178F99D98B}">
      <dsp:nvSpPr>
        <dsp:cNvPr id="0" name=""/>
        <dsp:cNvSpPr/>
      </dsp:nvSpPr>
      <dsp:spPr>
        <a:xfrm>
          <a:off x="0" y="544599"/>
          <a:ext cx="6830568" cy="543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Understand your audience</a:t>
          </a:r>
          <a:endParaRPr lang="en-US" sz="2500" kern="1200"/>
        </a:p>
      </dsp:txBody>
      <dsp:txXfrm>
        <a:off x="0" y="544599"/>
        <a:ext cx="6830568" cy="543935"/>
      </dsp:txXfrm>
    </dsp:sp>
    <dsp:sp modelId="{EC3B9033-DD98-4B15-B67C-769771A414B1}">
      <dsp:nvSpPr>
        <dsp:cNvPr id="0" name=""/>
        <dsp:cNvSpPr/>
      </dsp:nvSpPr>
      <dsp:spPr>
        <a:xfrm>
          <a:off x="0" y="1088534"/>
          <a:ext cx="683056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A1775F-20B7-4E4D-8EE8-9B9052E7180E}">
      <dsp:nvSpPr>
        <dsp:cNvPr id="0" name=""/>
        <dsp:cNvSpPr/>
      </dsp:nvSpPr>
      <dsp:spPr>
        <a:xfrm>
          <a:off x="0" y="1088534"/>
          <a:ext cx="6830568" cy="543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Research and planning</a:t>
          </a:r>
          <a:endParaRPr lang="en-US" sz="2500" kern="1200"/>
        </a:p>
      </dsp:txBody>
      <dsp:txXfrm>
        <a:off x="0" y="1088534"/>
        <a:ext cx="6830568" cy="543935"/>
      </dsp:txXfrm>
    </dsp:sp>
    <dsp:sp modelId="{7A46DCBD-9CCB-4F96-8273-26E0B59BA429}">
      <dsp:nvSpPr>
        <dsp:cNvPr id="0" name=""/>
        <dsp:cNvSpPr/>
      </dsp:nvSpPr>
      <dsp:spPr>
        <a:xfrm>
          <a:off x="0" y="1632469"/>
          <a:ext cx="683056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448B46-EEB4-4AF6-9215-180B3F1F8C14}">
      <dsp:nvSpPr>
        <dsp:cNvPr id="0" name=""/>
        <dsp:cNvSpPr/>
      </dsp:nvSpPr>
      <dsp:spPr>
        <a:xfrm>
          <a:off x="0" y="1632469"/>
          <a:ext cx="6830568" cy="543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Outline the proposal</a:t>
          </a:r>
          <a:endParaRPr lang="en-US" sz="2500" kern="1200"/>
        </a:p>
      </dsp:txBody>
      <dsp:txXfrm>
        <a:off x="0" y="1632469"/>
        <a:ext cx="6830568" cy="543935"/>
      </dsp:txXfrm>
    </dsp:sp>
    <dsp:sp modelId="{1C2CF006-FD4A-4D98-BE9C-14081B232E7F}">
      <dsp:nvSpPr>
        <dsp:cNvPr id="0" name=""/>
        <dsp:cNvSpPr/>
      </dsp:nvSpPr>
      <dsp:spPr>
        <a:xfrm>
          <a:off x="0" y="2176404"/>
          <a:ext cx="683056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DECA08-C9D8-45A1-8148-D45BFCA93A97}">
      <dsp:nvSpPr>
        <dsp:cNvPr id="0" name=""/>
        <dsp:cNvSpPr/>
      </dsp:nvSpPr>
      <dsp:spPr>
        <a:xfrm>
          <a:off x="0" y="2176404"/>
          <a:ext cx="6830568" cy="543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Write the introduction</a:t>
          </a:r>
          <a:endParaRPr lang="en-US" sz="2500" kern="1200"/>
        </a:p>
      </dsp:txBody>
      <dsp:txXfrm>
        <a:off x="0" y="2176404"/>
        <a:ext cx="6830568" cy="543935"/>
      </dsp:txXfrm>
    </dsp:sp>
    <dsp:sp modelId="{6FEF1857-2EC6-4825-A07E-C46C6DE5ED01}">
      <dsp:nvSpPr>
        <dsp:cNvPr id="0" name=""/>
        <dsp:cNvSpPr/>
      </dsp:nvSpPr>
      <dsp:spPr>
        <a:xfrm>
          <a:off x="0" y="2720339"/>
          <a:ext cx="683056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974030-8D69-43EC-A830-80766FAF0DEE}">
      <dsp:nvSpPr>
        <dsp:cNvPr id="0" name=""/>
        <dsp:cNvSpPr/>
      </dsp:nvSpPr>
      <dsp:spPr>
        <a:xfrm>
          <a:off x="0" y="2720340"/>
          <a:ext cx="6830568" cy="543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Define the scope and methodology</a:t>
          </a:r>
          <a:endParaRPr lang="en-US" sz="2500" kern="1200"/>
        </a:p>
      </dsp:txBody>
      <dsp:txXfrm>
        <a:off x="0" y="2720340"/>
        <a:ext cx="6830568" cy="543935"/>
      </dsp:txXfrm>
    </dsp:sp>
    <dsp:sp modelId="{2B8725C5-FD2B-47FF-AB29-72350B03B5AD}">
      <dsp:nvSpPr>
        <dsp:cNvPr id="0" name=""/>
        <dsp:cNvSpPr/>
      </dsp:nvSpPr>
      <dsp:spPr>
        <a:xfrm>
          <a:off x="0" y="3264275"/>
          <a:ext cx="683056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878A71-387F-4906-8A66-E91A2DEF4733}">
      <dsp:nvSpPr>
        <dsp:cNvPr id="0" name=""/>
        <dsp:cNvSpPr/>
      </dsp:nvSpPr>
      <dsp:spPr>
        <a:xfrm>
          <a:off x="0" y="3264275"/>
          <a:ext cx="6830568" cy="543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Budgeting</a:t>
          </a:r>
          <a:endParaRPr lang="en-US" sz="2500" kern="1200"/>
        </a:p>
      </dsp:txBody>
      <dsp:txXfrm>
        <a:off x="0" y="3264275"/>
        <a:ext cx="6830568" cy="543935"/>
      </dsp:txXfrm>
    </dsp:sp>
    <dsp:sp modelId="{4087C6A8-29A6-4167-A8FB-1080E976D67E}">
      <dsp:nvSpPr>
        <dsp:cNvPr id="0" name=""/>
        <dsp:cNvSpPr/>
      </dsp:nvSpPr>
      <dsp:spPr>
        <a:xfrm>
          <a:off x="0" y="3808210"/>
          <a:ext cx="683056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754A7D-310E-421B-BE3E-E19B093B5E22}">
      <dsp:nvSpPr>
        <dsp:cNvPr id="0" name=""/>
        <dsp:cNvSpPr/>
      </dsp:nvSpPr>
      <dsp:spPr>
        <a:xfrm>
          <a:off x="0" y="3808210"/>
          <a:ext cx="6830568" cy="543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Team and qualifications</a:t>
          </a:r>
          <a:endParaRPr lang="en-US" sz="2500" kern="1200"/>
        </a:p>
      </dsp:txBody>
      <dsp:txXfrm>
        <a:off x="0" y="3808210"/>
        <a:ext cx="6830568" cy="543935"/>
      </dsp:txXfrm>
    </dsp:sp>
    <dsp:sp modelId="{43E88684-B4A4-4ED0-935F-0B9DA9A2DAA3}">
      <dsp:nvSpPr>
        <dsp:cNvPr id="0" name=""/>
        <dsp:cNvSpPr/>
      </dsp:nvSpPr>
      <dsp:spPr>
        <a:xfrm>
          <a:off x="0" y="4352145"/>
          <a:ext cx="683056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D17CD7-3AE5-4224-9900-4D2F5E74BEA9}">
      <dsp:nvSpPr>
        <dsp:cNvPr id="0" name=""/>
        <dsp:cNvSpPr/>
      </dsp:nvSpPr>
      <dsp:spPr>
        <a:xfrm>
          <a:off x="0" y="4352145"/>
          <a:ext cx="6830568" cy="543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Timeline and schedule</a:t>
          </a:r>
          <a:endParaRPr lang="en-US" sz="2500" kern="1200"/>
        </a:p>
      </dsp:txBody>
      <dsp:txXfrm>
        <a:off x="0" y="4352145"/>
        <a:ext cx="6830568" cy="543935"/>
      </dsp:txXfrm>
    </dsp:sp>
    <dsp:sp modelId="{92B9B520-AC5C-42CE-B074-8F9A1A2F114C}">
      <dsp:nvSpPr>
        <dsp:cNvPr id="0" name=""/>
        <dsp:cNvSpPr/>
      </dsp:nvSpPr>
      <dsp:spPr>
        <a:xfrm>
          <a:off x="0" y="4896080"/>
          <a:ext cx="683056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06EB50-6B14-485B-8668-D5FDD372BE4D}">
      <dsp:nvSpPr>
        <dsp:cNvPr id="0" name=""/>
        <dsp:cNvSpPr/>
      </dsp:nvSpPr>
      <dsp:spPr>
        <a:xfrm>
          <a:off x="0" y="4896080"/>
          <a:ext cx="6830568" cy="543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Write the executive summary</a:t>
          </a:r>
          <a:endParaRPr lang="en-US" sz="2500" kern="1200"/>
        </a:p>
      </dsp:txBody>
      <dsp:txXfrm>
        <a:off x="0" y="4896080"/>
        <a:ext cx="6830568" cy="543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E53768-A6E7-47A4-A59C-7E5B1BA21454}" type="datetimeFigureOut">
              <a:rPr lang="en-US" smtClean="0"/>
              <a:t>9/13/2026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7DDA07-2F98-4DF0-A5D8-4546E1BB74CC}" type="slidenum">
              <a:rPr lang="en-US" smtClean="0"/>
              <a:t>‹#›</a:t>
            </a:fld>
            <a:endParaRPr lang="en-US"/>
          </a:p>
        </p:txBody>
      </p:sp>
    </p:spTree>
    <p:extLst>
      <p:ext uri="{BB962C8B-B14F-4D97-AF65-F5344CB8AC3E}">
        <p14:creationId xmlns:p14="http://schemas.microsoft.com/office/powerpoint/2010/main" val="3281804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7DDA07-2F98-4DF0-A5D8-4546E1BB74CC}" type="slidenum">
              <a:rPr lang="en-US" smtClean="0"/>
              <a:t>2</a:t>
            </a:fld>
            <a:endParaRPr lang="en-US"/>
          </a:p>
        </p:txBody>
      </p:sp>
    </p:spTree>
    <p:extLst>
      <p:ext uri="{BB962C8B-B14F-4D97-AF65-F5344CB8AC3E}">
        <p14:creationId xmlns:p14="http://schemas.microsoft.com/office/powerpoint/2010/main" val="1261791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7DDA07-2F98-4DF0-A5D8-4546E1BB74CC}" type="slidenum">
              <a:rPr lang="en-US" smtClean="0"/>
              <a:t>3</a:t>
            </a:fld>
            <a:endParaRPr lang="en-US"/>
          </a:p>
        </p:txBody>
      </p:sp>
    </p:spTree>
    <p:extLst>
      <p:ext uri="{BB962C8B-B14F-4D97-AF65-F5344CB8AC3E}">
        <p14:creationId xmlns:p14="http://schemas.microsoft.com/office/powerpoint/2010/main" val="2409466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7DDA07-2F98-4DF0-A5D8-4546E1BB74CC}" type="slidenum">
              <a:rPr lang="en-US" smtClean="0"/>
              <a:t>4</a:t>
            </a:fld>
            <a:endParaRPr lang="en-US"/>
          </a:p>
        </p:txBody>
      </p:sp>
    </p:spTree>
    <p:extLst>
      <p:ext uri="{BB962C8B-B14F-4D97-AF65-F5344CB8AC3E}">
        <p14:creationId xmlns:p14="http://schemas.microsoft.com/office/powerpoint/2010/main" val="1876733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dirty="0">
                <a:solidFill>
                  <a:srgbClr val="3B3E4D"/>
                </a:solidFill>
                <a:effectLst/>
                <a:latin typeface="AkkuratPro"/>
              </a:rPr>
              <a:t>Cover Page</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Project title</a:t>
            </a:r>
          </a:p>
          <a:p>
            <a:pPr algn="l">
              <a:buFont typeface="Arial" panose="020B0604020202020204" pitchFamily="34" charset="0"/>
              <a:buChar char="•"/>
            </a:pPr>
            <a:r>
              <a:rPr lang="en-US" b="0" i="0" dirty="0">
                <a:solidFill>
                  <a:srgbClr val="3B3E4D"/>
                </a:solidFill>
                <a:effectLst/>
                <a:latin typeface="AkkuratPro"/>
              </a:rPr>
              <a:t>Your name or organization’s name</a:t>
            </a:r>
          </a:p>
          <a:p>
            <a:pPr algn="l">
              <a:buFont typeface="Arial" panose="020B0604020202020204" pitchFamily="34" charset="0"/>
              <a:buChar char="•"/>
            </a:pPr>
            <a:r>
              <a:rPr lang="en-US" b="0" i="0" dirty="0">
                <a:solidFill>
                  <a:srgbClr val="3B3E4D"/>
                </a:solidFill>
                <a:effectLst/>
                <a:latin typeface="AkkuratPro"/>
              </a:rPr>
              <a:t>Contact information</a:t>
            </a:r>
          </a:p>
          <a:p>
            <a:pPr algn="l">
              <a:buFont typeface="Arial" panose="020B0604020202020204" pitchFamily="34" charset="0"/>
              <a:buChar char="•"/>
            </a:pPr>
            <a:r>
              <a:rPr lang="en-US" b="0" i="0" dirty="0">
                <a:solidFill>
                  <a:srgbClr val="3B3E4D"/>
                </a:solidFill>
                <a:effectLst/>
                <a:latin typeface="AkkuratPro"/>
              </a:rPr>
              <a:t>Date of submission</a:t>
            </a:r>
          </a:p>
          <a:p>
            <a:pPr algn="l"/>
            <a:r>
              <a:rPr lang="en-US" b="1" dirty="0">
                <a:solidFill>
                  <a:srgbClr val="3B3E4D"/>
                </a:solidFill>
                <a:effectLst/>
                <a:latin typeface="AkkuratPro"/>
              </a:rPr>
              <a:t>II. Executive Summary</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A brief overview of the project</a:t>
            </a:r>
          </a:p>
          <a:p>
            <a:pPr algn="l">
              <a:buFont typeface="Arial" panose="020B0604020202020204" pitchFamily="34" charset="0"/>
              <a:buChar char="•"/>
            </a:pPr>
            <a:r>
              <a:rPr lang="en-US" b="0" i="0" dirty="0">
                <a:solidFill>
                  <a:srgbClr val="3B3E4D"/>
                </a:solidFill>
                <a:effectLst/>
                <a:latin typeface="AkkuratPro"/>
              </a:rPr>
              <a:t>Key objectives</a:t>
            </a:r>
          </a:p>
          <a:p>
            <a:pPr algn="l">
              <a:buFont typeface="Arial" panose="020B0604020202020204" pitchFamily="34" charset="0"/>
              <a:buChar char="•"/>
            </a:pPr>
            <a:r>
              <a:rPr lang="en-US" b="0" i="0" dirty="0">
                <a:solidFill>
                  <a:srgbClr val="3B3E4D"/>
                </a:solidFill>
                <a:effectLst/>
                <a:latin typeface="AkkuratPro"/>
              </a:rPr>
              <a:t>Benefits and significance of the project</a:t>
            </a:r>
          </a:p>
          <a:p>
            <a:pPr algn="l">
              <a:buFont typeface="Arial" panose="020B0604020202020204" pitchFamily="34" charset="0"/>
              <a:buChar char="•"/>
            </a:pPr>
            <a:r>
              <a:rPr lang="en-US" b="0" i="0" dirty="0">
                <a:solidFill>
                  <a:srgbClr val="3B3E4D"/>
                </a:solidFill>
                <a:effectLst/>
                <a:latin typeface="AkkuratPro"/>
              </a:rPr>
              <a:t>Request for support or approval</a:t>
            </a:r>
          </a:p>
          <a:p>
            <a:pPr algn="l"/>
            <a:r>
              <a:rPr lang="en-US" b="1" dirty="0">
                <a:solidFill>
                  <a:srgbClr val="3B3E4D"/>
                </a:solidFill>
                <a:effectLst/>
                <a:latin typeface="AkkuratPro"/>
              </a:rPr>
              <a:t>III. Table of Contents</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Sections</a:t>
            </a:r>
          </a:p>
          <a:p>
            <a:pPr algn="l">
              <a:buFont typeface="Arial" panose="020B0604020202020204" pitchFamily="34" charset="0"/>
              <a:buChar char="•"/>
            </a:pPr>
            <a:r>
              <a:rPr lang="en-US" b="0" i="0" dirty="0">
                <a:solidFill>
                  <a:srgbClr val="3B3E4D"/>
                </a:solidFill>
                <a:effectLst/>
                <a:latin typeface="AkkuratPro"/>
              </a:rPr>
              <a:t>Page numbers</a:t>
            </a:r>
          </a:p>
          <a:p>
            <a:pPr algn="l"/>
            <a:r>
              <a:rPr lang="en-US" b="1" dirty="0">
                <a:solidFill>
                  <a:srgbClr val="3B3E4D"/>
                </a:solidFill>
                <a:effectLst/>
                <a:latin typeface="AkkuratPro"/>
              </a:rPr>
              <a:t>IV. Introduction</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Background</a:t>
            </a:r>
          </a:p>
          <a:p>
            <a:pPr algn="l">
              <a:buFont typeface="Arial" panose="020B0604020202020204" pitchFamily="34" charset="0"/>
              <a:buChar char="•"/>
            </a:pPr>
            <a:r>
              <a:rPr lang="en-US" b="0" i="0" dirty="0">
                <a:solidFill>
                  <a:srgbClr val="3B3E4D"/>
                </a:solidFill>
                <a:effectLst/>
                <a:latin typeface="AkkuratPro"/>
              </a:rPr>
              <a:t>Context</a:t>
            </a:r>
          </a:p>
          <a:p>
            <a:pPr algn="l">
              <a:buFont typeface="Arial" panose="020B0604020202020204" pitchFamily="34" charset="0"/>
              <a:buChar char="•"/>
            </a:pPr>
            <a:r>
              <a:rPr lang="en-US" b="0" i="0" dirty="0">
                <a:solidFill>
                  <a:srgbClr val="3B3E4D"/>
                </a:solidFill>
                <a:effectLst/>
                <a:latin typeface="AkkuratPro"/>
              </a:rPr>
              <a:t>Problem statement or opportunity statement</a:t>
            </a:r>
          </a:p>
          <a:p>
            <a:pPr algn="l"/>
            <a:r>
              <a:rPr lang="en-US" b="1" dirty="0">
                <a:solidFill>
                  <a:srgbClr val="3B3E4D"/>
                </a:solidFill>
                <a:effectLst/>
                <a:latin typeface="AkkuratPro"/>
              </a:rPr>
              <a:t>V. Objectives</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Measurable goals</a:t>
            </a:r>
          </a:p>
          <a:p>
            <a:pPr algn="l"/>
            <a:r>
              <a:rPr lang="en-US" b="1" dirty="0">
                <a:solidFill>
                  <a:srgbClr val="3B3E4D"/>
                </a:solidFill>
                <a:effectLst/>
                <a:latin typeface="AkkuratPro"/>
              </a:rPr>
              <a:t>VI. Scope</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Boundaries</a:t>
            </a:r>
          </a:p>
          <a:p>
            <a:pPr algn="l">
              <a:buFont typeface="Arial" panose="020B0604020202020204" pitchFamily="34" charset="0"/>
              <a:buChar char="•"/>
            </a:pPr>
            <a:r>
              <a:rPr lang="en-US" b="0" i="0" dirty="0">
                <a:solidFill>
                  <a:srgbClr val="3B3E4D"/>
                </a:solidFill>
                <a:effectLst/>
                <a:latin typeface="AkkuratPro"/>
              </a:rPr>
              <a:t>Limitations</a:t>
            </a:r>
          </a:p>
          <a:p>
            <a:pPr algn="l">
              <a:buFont typeface="Arial" panose="020B0604020202020204" pitchFamily="34" charset="0"/>
              <a:buChar char="•"/>
            </a:pPr>
            <a:r>
              <a:rPr lang="en-US" b="0" i="0" dirty="0">
                <a:solidFill>
                  <a:srgbClr val="3B3E4D"/>
                </a:solidFill>
                <a:effectLst/>
                <a:latin typeface="AkkuratPro"/>
              </a:rPr>
              <a:t>Inclusions</a:t>
            </a:r>
          </a:p>
          <a:p>
            <a:pPr algn="l">
              <a:buFont typeface="Arial" panose="020B0604020202020204" pitchFamily="34" charset="0"/>
              <a:buChar char="•"/>
            </a:pPr>
            <a:r>
              <a:rPr lang="en-US" b="0" i="0" dirty="0">
                <a:solidFill>
                  <a:srgbClr val="3B3E4D"/>
                </a:solidFill>
                <a:effectLst/>
                <a:latin typeface="AkkuratPro"/>
              </a:rPr>
              <a:t>Exclusions</a:t>
            </a:r>
          </a:p>
          <a:p>
            <a:pPr algn="l"/>
            <a:r>
              <a:rPr lang="en-US" b="1" dirty="0">
                <a:solidFill>
                  <a:srgbClr val="3B3E4D"/>
                </a:solidFill>
                <a:effectLst/>
                <a:latin typeface="AkkuratPro"/>
              </a:rPr>
              <a:t>VII. Methodology or Approach</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How the project will be executed</a:t>
            </a:r>
          </a:p>
          <a:p>
            <a:pPr algn="l">
              <a:buFont typeface="Arial" panose="020B0604020202020204" pitchFamily="34" charset="0"/>
              <a:buChar char="•"/>
            </a:pPr>
            <a:r>
              <a:rPr lang="en-US" b="0" i="0" dirty="0">
                <a:solidFill>
                  <a:srgbClr val="3B3E4D"/>
                </a:solidFill>
                <a:effectLst/>
                <a:latin typeface="AkkuratPro"/>
              </a:rPr>
              <a:t>Project plan or timeline in a table</a:t>
            </a:r>
          </a:p>
          <a:p>
            <a:pPr algn="l"/>
            <a:r>
              <a:rPr lang="en-US" b="1" dirty="0">
                <a:solidFill>
                  <a:srgbClr val="3B3E4D"/>
                </a:solidFill>
                <a:effectLst/>
                <a:latin typeface="AkkuratPro"/>
              </a:rPr>
              <a:t>VIII. Budget</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Estimated costs</a:t>
            </a:r>
          </a:p>
          <a:p>
            <a:pPr algn="l">
              <a:buFont typeface="Arial" panose="020B0604020202020204" pitchFamily="34" charset="0"/>
              <a:buChar char="•"/>
            </a:pPr>
            <a:r>
              <a:rPr lang="en-US" b="0" i="0" dirty="0">
                <a:solidFill>
                  <a:srgbClr val="3B3E4D"/>
                </a:solidFill>
                <a:effectLst/>
                <a:latin typeface="AkkuratPro"/>
              </a:rPr>
              <a:t>Sources of funding or financial support</a:t>
            </a:r>
          </a:p>
          <a:p>
            <a:pPr algn="l"/>
            <a:r>
              <a:rPr lang="en-US" b="1" dirty="0">
                <a:solidFill>
                  <a:srgbClr val="3B3E4D"/>
                </a:solidFill>
                <a:effectLst/>
                <a:latin typeface="AkkuratPro"/>
              </a:rPr>
              <a:t>IX. Team</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Key team members</a:t>
            </a:r>
          </a:p>
          <a:p>
            <a:pPr algn="l">
              <a:buFont typeface="Arial" panose="020B0604020202020204" pitchFamily="34" charset="0"/>
              <a:buChar char="•"/>
            </a:pPr>
            <a:r>
              <a:rPr lang="en-US" b="0" i="0" dirty="0">
                <a:solidFill>
                  <a:srgbClr val="3B3E4D"/>
                </a:solidFill>
                <a:effectLst/>
                <a:latin typeface="AkkuratPro"/>
              </a:rPr>
              <a:t>Roles</a:t>
            </a:r>
          </a:p>
          <a:p>
            <a:pPr algn="l">
              <a:buFont typeface="Arial" panose="020B0604020202020204" pitchFamily="34" charset="0"/>
              <a:buChar char="•"/>
            </a:pPr>
            <a:r>
              <a:rPr lang="en-US" b="0" i="0" dirty="0">
                <a:solidFill>
                  <a:srgbClr val="3B3E4D"/>
                </a:solidFill>
                <a:effectLst/>
                <a:latin typeface="AkkuratPro"/>
              </a:rPr>
              <a:t>Relevant qualifications</a:t>
            </a:r>
          </a:p>
          <a:p>
            <a:pPr algn="l"/>
            <a:r>
              <a:rPr lang="en-US" b="1" dirty="0">
                <a:solidFill>
                  <a:srgbClr val="3B3E4D"/>
                </a:solidFill>
                <a:effectLst/>
                <a:latin typeface="AkkuratPro"/>
              </a:rPr>
              <a:t>X. Risk Assessment</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Potential risks or challenges</a:t>
            </a:r>
          </a:p>
          <a:p>
            <a:pPr algn="l">
              <a:buFont typeface="Arial" panose="020B0604020202020204" pitchFamily="34" charset="0"/>
              <a:buChar char="•"/>
            </a:pPr>
            <a:r>
              <a:rPr lang="en-US" b="0" i="0" dirty="0">
                <a:solidFill>
                  <a:srgbClr val="3B3E4D"/>
                </a:solidFill>
                <a:effectLst/>
                <a:latin typeface="AkkuratPro"/>
              </a:rPr>
              <a:t>Strategies for risk mitigation</a:t>
            </a:r>
          </a:p>
          <a:p>
            <a:pPr algn="l"/>
            <a:r>
              <a:rPr lang="en-US" b="1" dirty="0">
                <a:solidFill>
                  <a:srgbClr val="3B3E4D"/>
                </a:solidFill>
                <a:effectLst/>
                <a:latin typeface="AkkuratPro"/>
              </a:rPr>
              <a:t>XI. Benefits and Deliverables</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Specific deliverables</a:t>
            </a:r>
          </a:p>
          <a:p>
            <a:pPr algn="l">
              <a:buFont typeface="Arial" panose="020B0604020202020204" pitchFamily="34" charset="0"/>
              <a:buChar char="•"/>
            </a:pPr>
            <a:r>
              <a:rPr lang="en-US" b="0" i="0" dirty="0">
                <a:solidFill>
                  <a:srgbClr val="3B3E4D"/>
                </a:solidFill>
                <a:effectLst/>
                <a:latin typeface="AkkuratPro"/>
              </a:rPr>
              <a:t>Outcomes</a:t>
            </a:r>
          </a:p>
          <a:p>
            <a:pPr algn="l">
              <a:buFont typeface="Arial" panose="020B0604020202020204" pitchFamily="34" charset="0"/>
              <a:buChar char="•"/>
            </a:pPr>
            <a:r>
              <a:rPr lang="en-US" b="0" i="0" dirty="0">
                <a:solidFill>
                  <a:srgbClr val="3B3E4D"/>
                </a:solidFill>
                <a:effectLst/>
                <a:latin typeface="AkkuratPro"/>
              </a:rPr>
              <a:t>Benefits</a:t>
            </a:r>
          </a:p>
          <a:p>
            <a:pPr algn="l"/>
            <a:r>
              <a:rPr lang="en-US" b="1" dirty="0">
                <a:solidFill>
                  <a:srgbClr val="3B3E4D"/>
                </a:solidFill>
                <a:effectLst/>
                <a:latin typeface="AkkuratPro"/>
              </a:rPr>
              <a:t>XIII. Conclusion</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Key points</a:t>
            </a:r>
          </a:p>
          <a:p>
            <a:pPr algn="l">
              <a:buFont typeface="Arial" panose="020B0604020202020204" pitchFamily="34" charset="0"/>
              <a:buChar char="•"/>
            </a:pPr>
            <a:r>
              <a:rPr lang="en-US" b="0" i="0" dirty="0">
                <a:solidFill>
                  <a:srgbClr val="3B3E4D"/>
                </a:solidFill>
                <a:effectLst/>
                <a:latin typeface="AkkuratPro"/>
              </a:rPr>
              <a:t>Why your project is important</a:t>
            </a:r>
          </a:p>
          <a:p>
            <a:pPr algn="l"/>
            <a:r>
              <a:rPr lang="en-US" b="1" dirty="0">
                <a:solidFill>
                  <a:srgbClr val="3B3E4D"/>
                </a:solidFill>
                <a:effectLst/>
                <a:latin typeface="AkkuratPro"/>
              </a:rPr>
              <a:t>XIV. Appendices</a:t>
            </a:r>
            <a:endParaRPr lang="en-US" b="0" dirty="0">
              <a:solidFill>
                <a:srgbClr val="3B3E4D"/>
              </a:solidFill>
              <a:effectLst/>
              <a:latin typeface="AkkuratPro"/>
            </a:endParaRPr>
          </a:p>
          <a:p>
            <a:pPr algn="l">
              <a:buFont typeface="Arial" panose="020B0604020202020204" pitchFamily="34" charset="0"/>
              <a:buChar char="•"/>
            </a:pPr>
            <a:r>
              <a:rPr lang="en-US" b="0" i="0" dirty="0">
                <a:solidFill>
                  <a:srgbClr val="3B3E4D"/>
                </a:solidFill>
                <a:effectLst/>
                <a:latin typeface="AkkuratPro"/>
              </a:rPr>
              <a:t>Additional documents</a:t>
            </a:r>
          </a:p>
          <a:p>
            <a:pPr algn="l">
              <a:buFont typeface="Arial" panose="020B0604020202020204" pitchFamily="34" charset="0"/>
              <a:buChar char="•"/>
            </a:pPr>
            <a:r>
              <a:rPr lang="en-US" b="0" i="0" dirty="0">
                <a:solidFill>
                  <a:srgbClr val="3B3E4D"/>
                </a:solidFill>
                <a:effectLst/>
                <a:latin typeface="AkkuratPro"/>
              </a:rPr>
              <a:t>Charts</a:t>
            </a:r>
          </a:p>
          <a:p>
            <a:pPr algn="l">
              <a:buFont typeface="Arial" panose="020B0604020202020204" pitchFamily="34" charset="0"/>
              <a:buChar char="•"/>
            </a:pPr>
            <a:r>
              <a:rPr lang="en-US" b="0" i="0" dirty="0">
                <a:solidFill>
                  <a:srgbClr val="3B3E4D"/>
                </a:solidFill>
                <a:effectLst/>
                <a:latin typeface="AkkuratPro"/>
              </a:rPr>
              <a:t>Graphs</a:t>
            </a:r>
          </a:p>
          <a:p>
            <a:pPr algn="l">
              <a:buFont typeface="Arial" panose="020B0604020202020204" pitchFamily="34" charset="0"/>
              <a:buChar char="•"/>
            </a:pPr>
            <a:r>
              <a:rPr lang="en-US" b="0" i="0" dirty="0">
                <a:solidFill>
                  <a:srgbClr val="3B3E4D"/>
                </a:solidFill>
                <a:effectLst/>
                <a:latin typeface="AkkuratPro"/>
              </a:rPr>
              <a:t>References</a:t>
            </a:r>
          </a:p>
          <a:p>
            <a:pPr algn="l">
              <a:buFont typeface="Arial" panose="020B0604020202020204" pitchFamily="34" charset="0"/>
              <a:buChar char="•"/>
            </a:pPr>
            <a:r>
              <a:rPr lang="en-US" b="0" i="0" dirty="0">
                <a:solidFill>
                  <a:srgbClr val="3B3E4D"/>
                </a:solidFill>
                <a:effectLst/>
                <a:latin typeface="AkkuratPro"/>
              </a:rPr>
              <a:t>Data</a:t>
            </a:r>
          </a:p>
          <a:p>
            <a:endParaRPr lang="en-US" dirty="0"/>
          </a:p>
        </p:txBody>
      </p:sp>
      <p:sp>
        <p:nvSpPr>
          <p:cNvPr id="4" name="Slide Number Placeholder 3"/>
          <p:cNvSpPr>
            <a:spLocks noGrp="1"/>
          </p:cNvSpPr>
          <p:nvPr>
            <p:ph type="sldNum" sz="quarter" idx="5"/>
          </p:nvPr>
        </p:nvSpPr>
        <p:spPr/>
        <p:txBody>
          <a:bodyPr/>
          <a:lstStyle/>
          <a:p>
            <a:fld id="{8E7DDA07-2F98-4DF0-A5D8-4546E1BB74CC}" type="slidenum">
              <a:rPr lang="en-US" smtClean="0"/>
              <a:t>5</a:t>
            </a:fld>
            <a:endParaRPr lang="en-US"/>
          </a:p>
        </p:txBody>
      </p:sp>
    </p:spTree>
    <p:extLst>
      <p:ext uri="{BB962C8B-B14F-4D97-AF65-F5344CB8AC3E}">
        <p14:creationId xmlns:p14="http://schemas.microsoft.com/office/powerpoint/2010/main" val="2896491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7DDA07-2F98-4DF0-A5D8-4546E1BB74CC}" type="slidenum">
              <a:rPr lang="en-US" smtClean="0"/>
              <a:t>6</a:t>
            </a:fld>
            <a:endParaRPr lang="en-US"/>
          </a:p>
        </p:txBody>
      </p:sp>
    </p:spTree>
    <p:extLst>
      <p:ext uri="{BB962C8B-B14F-4D97-AF65-F5344CB8AC3E}">
        <p14:creationId xmlns:p14="http://schemas.microsoft.com/office/powerpoint/2010/main" val="665968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90BE0-E3AD-57FD-C614-072DE9E288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753A37-4EBA-B348-2BCE-35177AF6C4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D711FB-F677-BBB5-9202-407A6E382593}"/>
              </a:ext>
            </a:extLst>
          </p:cNvPr>
          <p:cNvSpPr>
            <a:spLocks noGrp="1"/>
          </p:cNvSpPr>
          <p:nvPr>
            <p:ph type="dt" sz="half" idx="10"/>
          </p:nvPr>
        </p:nvSpPr>
        <p:spPr/>
        <p:txBody>
          <a:bodyPr/>
          <a:lstStyle/>
          <a:p>
            <a:fld id="{563E06AB-A914-4AAB-B737-80C636E9B70F}" type="datetimeFigureOut">
              <a:rPr lang="en-US" smtClean="0"/>
              <a:t>9/13/2026</a:t>
            </a:fld>
            <a:endParaRPr lang="en-US"/>
          </a:p>
        </p:txBody>
      </p:sp>
      <p:sp>
        <p:nvSpPr>
          <p:cNvPr id="5" name="Footer Placeholder 4">
            <a:extLst>
              <a:ext uri="{FF2B5EF4-FFF2-40B4-BE49-F238E27FC236}">
                <a16:creationId xmlns:a16="http://schemas.microsoft.com/office/drawing/2014/main" id="{BA8AA8E8-DC60-49F0-B60C-0FB0D14DCE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648AE4-A3FF-2791-51E5-9EF003006EDC}"/>
              </a:ext>
            </a:extLst>
          </p:cNvPr>
          <p:cNvSpPr>
            <a:spLocks noGrp="1"/>
          </p:cNvSpPr>
          <p:nvPr>
            <p:ph type="sldNum" sz="quarter" idx="12"/>
          </p:nvPr>
        </p:nvSpPr>
        <p:spPr/>
        <p:txBody>
          <a:bodyPr/>
          <a:lstStyle/>
          <a:p>
            <a:fld id="{AE4167D0-DF94-4231-9DCE-C578B5DD8562}" type="slidenum">
              <a:rPr lang="en-US" smtClean="0"/>
              <a:t>‹#›</a:t>
            </a:fld>
            <a:endParaRPr lang="en-US"/>
          </a:p>
        </p:txBody>
      </p:sp>
    </p:spTree>
    <p:extLst>
      <p:ext uri="{BB962C8B-B14F-4D97-AF65-F5344CB8AC3E}">
        <p14:creationId xmlns:p14="http://schemas.microsoft.com/office/powerpoint/2010/main" val="3219131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BDD5-808E-3E87-DE9C-9EAD81529E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D9BE68-2AFE-E0D0-C921-27D1BAB9E9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9BAE39-9C07-06A7-949F-BAE285505AE1}"/>
              </a:ext>
            </a:extLst>
          </p:cNvPr>
          <p:cNvSpPr>
            <a:spLocks noGrp="1"/>
          </p:cNvSpPr>
          <p:nvPr>
            <p:ph type="dt" sz="half" idx="10"/>
          </p:nvPr>
        </p:nvSpPr>
        <p:spPr/>
        <p:txBody>
          <a:bodyPr/>
          <a:lstStyle/>
          <a:p>
            <a:fld id="{563E06AB-A914-4AAB-B737-80C636E9B70F}" type="datetimeFigureOut">
              <a:rPr lang="en-US" smtClean="0"/>
              <a:t>9/13/2026</a:t>
            </a:fld>
            <a:endParaRPr lang="en-US"/>
          </a:p>
        </p:txBody>
      </p:sp>
      <p:sp>
        <p:nvSpPr>
          <p:cNvPr id="5" name="Footer Placeholder 4">
            <a:extLst>
              <a:ext uri="{FF2B5EF4-FFF2-40B4-BE49-F238E27FC236}">
                <a16:creationId xmlns:a16="http://schemas.microsoft.com/office/drawing/2014/main" id="{CD7E77F1-8F4A-4831-8050-AE2E8F5DC3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9F8D09-96AE-D991-5847-C73BC7469394}"/>
              </a:ext>
            </a:extLst>
          </p:cNvPr>
          <p:cNvSpPr>
            <a:spLocks noGrp="1"/>
          </p:cNvSpPr>
          <p:nvPr>
            <p:ph type="sldNum" sz="quarter" idx="12"/>
          </p:nvPr>
        </p:nvSpPr>
        <p:spPr/>
        <p:txBody>
          <a:bodyPr/>
          <a:lstStyle/>
          <a:p>
            <a:fld id="{AE4167D0-DF94-4231-9DCE-C578B5DD8562}" type="slidenum">
              <a:rPr lang="en-US" smtClean="0"/>
              <a:t>‹#›</a:t>
            </a:fld>
            <a:endParaRPr lang="en-US"/>
          </a:p>
        </p:txBody>
      </p:sp>
    </p:spTree>
    <p:extLst>
      <p:ext uri="{BB962C8B-B14F-4D97-AF65-F5344CB8AC3E}">
        <p14:creationId xmlns:p14="http://schemas.microsoft.com/office/powerpoint/2010/main" val="359732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B7952-F71E-02A1-7D3F-1CFF0D6FAF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C175FE-AA1D-B6E8-594A-EE1CD59E9D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558ADC-5182-9984-1881-D90E0E0AB0B6}"/>
              </a:ext>
            </a:extLst>
          </p:cNvPr>
          <p:cNvSpPr>
            <a:spLocks noGrp="1"/>
          </p:cNvSpPr>
          <p:nvPr>
            <p:ph type="dt" sz="half" idx="10"/>
          </p:nvPr>
        </p:nvSpPr>
        <p:spPr/>
        <p:txBody>
          <a:bodyPr/>
          <a:lstStyle/>
          <a:p>
            <a:fld id="{563E06AB-A914-4AAB-B737-80C636E9B70F}" type="datetimeFigureOut">
              <a:rPr lang="en-US" smtClean="0"/>
              <a:t>9/13/2026</a:t>
            </a:fld>
            <a:endParaRPr lang="en-US"/>
          </a:p>
        </p:txBody>
      </p:sp>
      <p:sp>
        <p:nvSpPr>
          <p:cNvPr id="5" name="Footer Placeholder 4">
            <a:extLst>
              <a:ext uri="{FF2B5EF4-FFF2-40B4-BE49-F238E27FC236}">
                <a16:creationId xmlns:a16="http://schemas.microsoft.com/office/drawing/2014/main" id="{BBFA3177-49A3-C234-7C14-0412507972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B7AAFD-EBAD-FEBE-66B1-C3FCAACA70C9}"/>
              </a:ext>
            </a:extLst>
          </p:cNvPr>
          <p:cNvSpPr>
            <a:spLocks noGrp="1"/>
          </p:cNvSpPr>
          <p:nvPr>
            <p:ph type="sldNum" sz="quarter" idx="12"/>
          </p:nvPr>
        </p:nvSpPr>
        <p:spPr/>
        <p:txBody>
          <a:bodyPr/>
          <a:lstStyle/>
          <a:p>
            <a:fld id="{AE4167D0-DF94-4231-9DCE-C578B5DD8562}" type="slidenum">
              <a:rPr lang="en-US" smtClean="0"/>
              <a:t>‹#›</a:t>
            </a:fld>
            <a:endParaRPr lang="en-US"/>
          </a:p>
        </p:txBody>
      </p:sp>
    </p:spTree>
    <p:extLst>
      <p:ext uri="{BB962C8B-B14F-4D97-AF65-F5344CB8AC3E}">
        <p14:creationId xmlns:p14="http://schemas.microsoft.com/office/powerpoint/2010/main" val="4123340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1ADFE-E5A9-F25B-4377-D421D791FA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671C77-F1CF-4E7B-1A89-27EC325020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E2948E-5634-B03A-59D0-34C5A82D61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2586AB-C778-000E-F325-8C86230CF425}"/>
              </a:ext>
            </a:extLst>
          </p:cNvPr>
          <p:cNvSpPr>
            <a:spLocks noGrp="1"/>
          </p:cNvSpPr>
          <p:nvPr>
            <p:ph type="dt" sz="half" idx="10"/>
          </p:nvPr>
        </p:nvSpPr>
        <p:spPr/>
        <p:txBody>
          <a:bodyPr/>
          <a:lstStyle/>
          <a:p>
            <a:fld id="{563E06AB-A914-4AAB-B737-80C636E9B70F}" type="datetimeFigureOut">
              <a:rPr lang="en-US" smtClean="0"/>
              <a:t>9/13/2026</a:t>
            </a:fld>
            <a:endParaRPr lang="en-US"/>
          </a:p>
        </p:txBody>
      </p:sp>
      <p:sp>
        <p:nvSpPr>
          <p:cNvPr id="6" name="Footer Placeholder 5">
            <a:extLst>
              <a:ext uri="{FF2B5EF4-FFF2-40B4-BE49-F238E27FC236}">
                <a16:creationId xmlns:a16="http://schemas.microsoft.com/office/drawing/2014/main" id="{8330C8DC-A8BD-FB68-F87E-8545AC1252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81E7C4-9814-A102-1863-998B6B989CCB}"/>
              </a:ext>
            </a:extLst>
          </p:cNvPr>
          <p:cNvSpPr>
            <a:spLocks noGrp="1"/>
          </p:cNvSpPr>
          <p:nvPr>
            <p:ph type="sldNum" sz="quarter" idx="12"/>
          </p:nvPr>
        </p:nvSpPr>
        <p:spPr/>
        <p:txBody>
          <a:bodyPr/>
          <a:lstStyle/>
          <a:p>
            <a:fld id="{AE4167D0-DF94-4231-9DCE-C578B5DD8562}" type="slidenum">
              <a:rPr lang="en-US" smtClean="0"/>
              <a:t>‹#›</a:t>
            </a:fld>
            <a:endParaRPr lang="en-US"/>
          </a:p>
        </p:txBody>
      </p:sp>
    </p:spTree>
    <p:extLst>
      <p:ext uri="{BB962C8B-B14F-4D97-AF65-F5344CB8AC3E}">
        <p14:creationId xmlns:p14="http://schemas.microsoft.com/office/powerpoint/2010/main" val="587701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92C34-3EB3-13C1-B309-61BA9AD673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4D4821-FF0B-79FF-3524-5CE83EBF67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B2288D-34EC-6DE5-C1C9-C1D3A67C8B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8625A9-B76D-06C9-716D-E9C7178F37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1680CA-1A18-70ED-601D-981273DEB6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C2ABAF-7CBD-D1E7-6CEB-0D5E07AE05B0}"/>
              </a:ext>
            </a:extLst>
          </p:cNvPr>
          <p:cNvSpPr>
            <a:spLocks noGrp="1"/>
          </p:cNvSpPr>
          <p:nvPr>
            <p:ph type="dt" sz="half" idx="10"/>
          </p:nvPr>
        </p:nvSpPr>
        <p:spPr/>
        <p:txBody>
          <a:bodyPr/>
          <a:lstStyle/>
          <a:p>
            <a:fld id="{563E06AB-A914-4AAB-B737-80C636E9B70F}" type="datetimeFigureOut">
              <a:rPr lang="en-US" smtClean="0"/>
              <a:t>9/13/2026</a:t>
            </a:fld>
            <a:endParaRPr lang="en-US"/>
          </a:p>
        </p:txBody>
      </p:sp>
      <p:sp>
        <p:nvSpPr>
          <p:cNvPr id="8" name="Footer Placeholder 7">
            <a:extLst>
              <a:ext uri="{FF2B5EF4-FFF2-40B4-BE49-F238E27FC236}">
                <a16:creationId xmlns:a16="http://schemas.microsoft.com/office/drawing/2014/main" id="{526801C2-4DD0-886F-FEBC-4EE5B226F2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9AEA00-C046-F5BF-F048-C4FD68C59D13}"/>
              </a:ext>
            </a:extLst>
          </p:cNvPr>
          <p:cNvSpPr>
            <a:spLocks noGrp="1"/>
          </p:cNvSpPr>
          <p:nvPr>
            <p:ph type="sldNum" sz="quarter" idx="12"/>
          </p:nvPr>
        </p:nvSpPr>
        <p:spPr/>
        <p:txBody>
          <a:bodyPr/>
          <a:lstStyle/>
          <a:p>
            <a:fld id="{AE4167D0-DF94-4231-9DCE-C578B5DD8562}" type="slidenum">
              <a:rPr lang="en-US" smtClean="0"/>
              <a:t>‹#›</a:t>
            </a:fld>
            <a:endParaRPr lang="en-US"/>
          </a:p>
        </p:txBody>
      </p:sp>
    </p:spTree>
    <p:extLst>
      <p:ext uri="{BB962C8B-B14F-4D97-AF65-F5344CB8AC3E}">
        <p14:creationId xmlns:p14="http://schemas.microsoft.com/office/powerpoint/2010/main" val="4117460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B3489-94D3-764F-61F4-CCCDEEABCA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5DF7E3-826D-FF59-6A64-CC67DE8C5C9B}"/>
              </a:ext>
            </a:extLst>
          </p:cNvPr>
          <p:cNvSpPr>
            <a:spLocks noGrp="1"/>
          </p:cNvSpPr>
          <p:nvPr>
            <p:ph type="dt" sz="half" idx="10"/>
          </p:nvPr>
        </p:nvSpPr>
        <p:spPr/>
        <p:txBody>
          <a:bodyPr/>
          <a:lstStyle/>
          <a:p>
            <a:fld id="{563E06AB-A914-4AAB-B737-80C636E9B70F}" type="datetimeFigureOut">
              <a:rPr lang="en-US" smtClean="0"/>
              <a:t>9/13/2026</a:t>
            </a:fld>
            <a:endParaRPr lang="en-US"/>
          </a:p>
        </p:txBody>
      </p:sp>
      <p:sp>
        <p:nvSpPr>
          <p:cNvPr id="4" name="Footer Placeholder 3">
            <a:extLst>
              <a:ext uri="{FF2B5EF4-FFF2-40B4-BE49-F238E27FC236}">
                <a16:creationId xmlns:a16="http://schemas.microsoft.com/office/drawing/2014/main" id="{43228C0B-7BCB-51E5-064F-7745D84DE5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1D3707-F3D1-A73B-B8C8-3343B9926376}"/>
              </a:ext>
            </a:extLst>
          </p:cNvPr>
          <p:cNvSpPr>
            <a:spLocks noGrp="1"/>
          </p:cNvSpPr>
          <p:nvPr>
            <p:ph type="sldNum" sz="quarter" idx="12"/>
          </p:nvPr>
        </p:nvSpPr>
        <p:spPr/>
        <p:txBody>
          <a:bodyPr/>
          <a:lstStyle/>
          <a:p>
            <a:fld id="{AE4167D0-DF94-4231-9DCE-C578B5DD8562}" type="slidenum">
              <a:rPr lang="en-US" smtClean="0"/>
              <a:t>‹#›</a:t>
            </a:fld>
            <a:endParaRPr lang="en-US"/>
          </a:p>
        </p:txBody>
      </p:sp>
    </p:spTree>
    <p:extLst>
      <p:ext uri="{BB962C8B-B14F-4D97-AF65-F5344CB8AC3E}">
        <p14:creationId xmlns:p14="http://schemas.microsoft.com/office/powerpoint/2010/main" val="3506103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051D3C-A050-5F16-004D-09ECA802140D}"/>
              </a:ext>
            </a:extLst>
          </p:cNvPr>
          <p:cNvSpPr>
            <a:spLocks noGrp="1"/>
          </p:cNvSpPr>
          <p:nvPr>
            <p:ph type="dt" sz="half" idx="10"/>
          </p:nvPr>
        </p:nvSpPr>
        <p:spPr/>
        <p:txBody>
          <a:bodyPr/>
          <a:lstStyle/>
          <a:p>
            <a:fld id="{563E06AB-A914-4AAB-B737-80C636E9B70F}" type="datetimeFigureOut">
              <a:rPr lang="en-US" smtClean="0"/>
              <a:t>9/13/2026</a:t>
            </a:fld>
            <a:endParaRPr lang="en-US"/>
          </a:p>
        </p:txBody>
      </p:sp>
      <p:sp>
        <p:nvSpPr>
          <p:cNvPr id="3" name="Footer Placeholder 2">
            <a:extLst>
              <a:ext uri="{FF2B5EF4-FFF2-40B4-BE49-F238E27FC236}">
                <a16:creationId xmlns:a16="http://schemas.microsoft.com/office/drawing/2014/main" id="{A06BAEE8-605A-9810-9C86-8436505E0B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C4318E-857C-5F52-3108-25795C445BEA}"/>
              </a:ext>
            </a:extLst>
          </p:cNvPr>
          <p:cNvSpPr>
            <a:spLocks noGrp="1"/>
          </p:cNvSpPr>
          <p:nvPr>
            <p:ph type="sldNum" sz="quarter" idx="12"/>
          </p:nvPr>
        </p:nvSpPr>
        <p:spPr/>
        <p:txBody>
          <a:bodyPr/>
          <a:lstStyle/>
          <a:p>
            <a:fld id="{AE4167D0-DF94-4231-9DCE-C578B5DD8562}" type="slidenum">
              <a:rPr lang="en-US" smtClean="0"/>
              <a:t>‹#›</a:t>
            </a:fld>
            <a:endParaRPr lang="en-US"/>
          </a:p>
        </p:txBody>
      </p:sp>
    </p:spTree>
    <p:extLst>
      <p:ext uri="{BB962C8B-B14F-4D97-AF65-F5344CB8AC3E}">
        <p14:creationId xmlns:p14="http://schemas.microsoft.com/office/powerpoint/2010/main" val="524719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8B2E5-7AFB-822C-12B3-83FF06FE66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19B389-F19B-15B1-330A-23D9D092A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B72EAF-3524-3276-ED37-0853C188FE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4F9901-27E8-753C-D3BA-163425851868}"/>
              </a:ext>
            </a:extLst>
          </p:cNvPr>
          <p:cNvSpPr>
            <a:spLocks noGrp="1"/>
          </p:cNvSpPr>
          <p:nvPr>
            <p:ph type="dt" sz="half" idx="10"/>
          </p:nvPr>
        </p:nvSpPr>
        <p:spPr/>
        <p:txBody>
          <a:bodyPr/>
          <a:lstStyle/>
          <a:p>
            <a:fld id="{563E06AB-A914-4AAB-B737-80C636E9B70F}" type="datetimeFigureOut">
              <a:rPr lang="en-US" smtClean="0"/>
              <a:t>9/13/2026</a:t>
            </a:fld>
            <a:endParaRPr lang="en-US"/>
          </a:p>
        </p:txBody>
      </p:sp>
      <p:sp>
        <p:nvSpPr>
          <p:cNvPr id="6" name="Footer Placeholder 5">
            <a:extLst>
              <a:ext uri="{FF2B5EF4-FFF2-40B4-BE49-F238E27FC236}">
                <a16:creationId xmlns:a16="http://schemas.microsoft.com/office/drawing/2014/main" id="{FC1F9D08-B30F-8D41-0FBD-548A26ECF7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44EADF-E8C1-C320-A0CD-6902C8A095AC}"/>
              </a:ext>
            </a:extLst>
          </p:cNvPr>
          <p:cNvSpPr>
            <a:spLocks noGrp="1"/>
          </p:cNvSpPr>
          <p:nvPr>
            <p:ph type="sldNum" sz="quarter" idx="12"/>
          </p:nvPr>
        </p:nvSpPr>
        <p:spPr/>
        <p:txBody>
          <a:bodyPr/>
          <a:lstStyle/>
          <a:p>
            <a:fld id="{AE4167D0-DF94-4231-9DCE-C578B5DD8562}" type="slidenum">
              <a:rPr lang="en-US" smtClean="0"/>
              <a:t>‹#›</a:t>
            </a:fld>
            <a:endParaRPr lang="en-US"/>
          </a:p>
        </p:txBody>
      </p:sp>
    </p:spTree>
    <p:extLst>
      <p:ext uri="{BB962C8B-B14F-4D97-AF65-F5344CB8AC3E}">
        <p14:creationId xmlns:p14="http://schemas.microsoft.com/office/powerpoint/2010/main" val="2976639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3116-84E0-5C35-7C00-B6AE275D34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0D20C1-B23B-DDC8-0B2A-B2AAF9D50B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9FB21F-855D-B743-25B1-6961E7CC40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92900B-BFA7-DB08-6524-6F5B2DC7F2A0}"/>
              </a:ext>
            </a:extLst>
          </p:cNvPr>
          <p:cNvSpPr>
            <a:spLocks noGrp="1"/>
          </p:cNvSpPr>
          <p:nvPr>
            <p:ph type="dt" sz="half" idx="10"/>
          </p:nvPr>
        </p:nvSpPr>
        <p:spPr/>
        <p:txBody>
          <a:bodyPr/>
          <a:lstStyle/>
          <a:p>
            <a:fld id="{563E06AB-A914-4AAB-B737-80C636E9B70F}" type="datetimeFigureOut">
              <a:rPr lang="en-US" smtClean="0"/>
              <a:t>9/13/2026</a:t>
            </a:fld>
            <a:endParaRPr lang="en-US"/>
          </a:p>
        </p:txBody>
      </p:sp>
      <p:sp>
        <p:nvSpPr>
          <p:cNvPr id="6" name="Footer Placeholder 5">
            <a:extLst>
              <a:ext uri="{FF2B5EF4-FFF2-40B4-BE49-F238E27FC236}">
                <a16:creationId xmlns:a16="http://schemas.microsoft.com/office/drawing/2014/main" id="{242CC513-C8EB-D5CF-0FFD-8136BFA8C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31E9B9-87EC-FD14-A0A0-2DB21A68D568}"/>
              </a:ext>
            </a:extLst>
          </p:cNvPr>
          <p:cNvSpPr>
            <a:spLocks noGrp="1"/>
          </p:cNvSpPr>
          <p:nvPr>
            <p:ph type="sldNum" sz="quarter" idx="12"/>
          </p:nvPr>
        </p:nvSpPr>
        <p:spPr/>
        <p:txBody>
          <a:bodyPr/>
          <a:lstStyle/>
          <a:p>
            <a:fld id="{AE4167D0-DF94-4231-9DCE-C578B5DD8562}" type="slidenum">
              <a:rPr lang="en-US" smtClean="0"/>
              <a:t>‹#›</a:t>
            </a:fld>
            <a:endParaRPr lang="en-US"/>
          </a:p>
        </p:txBody>
      </p:sp>
    </p:spTree>
    <p:extLst>
      <p:ext uri="{BB962C8B-B14F-4D97-AF65-F5344CB8AC3E}">
        <p14:creationId xmlns:p14="http://schemas.microsoft.com/office/powerpoint/2010/main" val="3904378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83089-F128-8048-4727-1FE087BEDB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3B10C3-23FC-04E1-EB89-71A3224D96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6394B8-5941-992E-6560-317C42999EE6}"/>
              </a:ext>
            </a:extLst>
          </p:cNvPr>
          <p:cNvSpPr>
            <a:spLocks noGrp="1"/>
          </p:cNvSpPr>
          <p:nvPr>
            <p:ph type="dt" sz="half" idx="10"/>
          </p:nvPr>
        </p:nvSpPr>
        <p:spPr/>
        <p:txBody>
          <a:bodyPr/>
          <a:lstStyle/>
          <a:p>
            <a:fld id="{563E06AB-A914-4AAB-B737-80C636E9B70F}" type="datetimeFigureOut">
              <a:rPr lang="en-US" smtClean="0"/>
              <a:t>9/13/2026</a:t>
            </a:fld>
            <a:endParaRPr lang="en-US"/>
          </a:p>
        </p:txBody>
      </p:sp>
      <p:sp>
        <p:nvSpPr>
          <p:cNvPr id="5" name="Footer Placeholder 4">
            <a:extLst>
              <a:ext uri="{FF2B5EF4-FFF2-40B4-BE49-F238E27FC236}">
                <a16:creationId xmlns:a16="http://schemas.microsoft.com/office/drawing/2014/main" id="{E1FD2D18-5A55-64A0-987B-EED11D6D60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6A158-A33F-0E2E-305C-AF9BD6A82B02}"/>
              </a:ext>
            </a:extLst>
          </p:cNvPr>
          <p:cNvSpPr>
            <a:spLocks noGrp="1"/>
          </p:cNvSpPr>
          <p:nvPr>
            <p:ph type="sldNum" sz="quarter" idx="12"/>
          </p:nvPr>
        </p:nvSpPr>
        <p:spPr/>
        <p:txBody>
          <a:bodyPr/>
          <a:lstStyle/>
          <a:p>
            <a:fld id="{AE4167D0-DF94-4231-9DCE-C578B5DD8562}" type="slidenum">
              <a:rPr lang="en-US" smtClean="0"/>
              <a:t>‹#›</a:t>
            </a:fld>
            <a:endParaRPr lang="en-US"/>
          </a:p>
        </p:txBody>
      </p:sp>
    </p:spTree>
    <p:extLst>
      <p:ext uri="{BB962C8B-B14F-4D97-AF65-F5344CB8AC3E}">
        <p14:creationId xmlns:p14="http://schemas.microsoft.com/office/powerpoint/2010/main" val="1412860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CC172C-B9C7-7C0D-255C-056BD879E1F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A427DE-6E72-0E3E-656C-FA66DA9D38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88078-9A28-A53E-1DA8-44BC67AABAC0}"/>
              </a:ext>
            </a:extLst>
          </p:cNvPr>
          <p:cNvSpPr>
            <a:spLocks noGrp="1"/>
          </p:cNvSpPr>
          <p:nvPr>
            <p:ph type="dt" sz="half" idx="10"/>
          </p:nvPr>
        </p:nvSpPr>
        <p:spPr/>
        <p:txBody>
          <a:bodyPr/>
          <a:lstStyle/>
          <a:p>
            <a:fld id="{563E06AB-A914-4AAB-B737-80C636E9B70F}" type="datetimeFigureOut">
              <a:rPr lang="en-US" smtClean="0"/>
              <a:t>9/13/2026</a:t>
            </a:fld>
            <a:endParaRPr lang="en-US"/>
          </a:p>
        </p:txBody>
      </p:sp>
      <p:sp>
        <p:nvSpPr>
          <p:cNvPr id="5" name="Footer Placeholder 4">
            <a:extLst>
              <a:ext uri="{FF2B5EF4-FFF2-40B4-BE49-F238E27FC236}">
                <a16:creationId xmlns:a16="http://schemas.microsoft.com/office/drawing/2014/main" id="{884CCAAF-C9E8-292B-ACAB-D0F0D37AB7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DB4E7-9C29-8E60-9D30-95AB328BEC8A}"/>
              </a:ext>
            </a:extLst>
          </p:cNvPr>
          <p:cNvSpPr>
            <a:spLocks noGrp="1"/>
          </p:cNvSpPr>
          <p:nvPr>
            <p:ph type="sldNum" sz="quarter" idx="12"/>
          </p:nvPr>
        </p:nvSpPr>
        <p:spPr/>
        <p:txBody>
          <a:bodyPr/>
          <a:lstStyle/>
          <a:p>
            <a:fld id="{AE4167D0-DF94-4231-9DCE-C578B5DD8562}" type="slidenum">
              <a:rPr lang="en-US" smtClean="0"/>
              <a:t>‹#›</a:t>
            </a:fld>
            <a:endParaRPr lang="en-US"/>
          </a:p>
        </p:txBody>
      </p:sp>
    </p:spTree>
    <p:extLst>
      <p:ext uri="{BB962C8B-B14F-4D97-AF65-F5344CB8AC3E}">
        <p14:creationId xmlns:p14="http://schemas.microsoft.com/office/powerpoint/2010/main" val="118961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813E26-7D84-5E4D-61DC-E5EEF211F4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BD9192-1E06-A6F6-4EE1-13D479C316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51DDD-57A7-123D-BF80-039F0F9620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3E06AB-A914-4AAB-B737-80C636E9B70F}" type="datetimeFigureOut">
              <a:rPr lang="en-US" smtClean="0"/>
              <a:t>9/13/2026</a:t>
            </a:fld>
            <a:endParaRPr lang="en-US"/>
          </a:p>
        </p:txBody>
      </p:sp>
      <p:sp>
        <p:nvSpPr>
          <p:cNvPr id="5" name="Footer Placeholder 4">
            <a:extLst>
              <a:ext uri="{FF2B5EF4-FFF2-40B4-BE49-F238E27FC236}">
                <a16:creationId xmlns:a16="http://schemas.microsoft.com/office/drawing/2014/main" id="{618000BE-16E4-D103-7DBB-7148F6AA12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FEFA365-15DF-2E48-5A82-CCCBBB81E8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4167D0-DF94-4231-9DCE-C578B5DD8562}" type="slidenum">
              <a:rPr lang="en-US" smtClean="0"/>
              <a:t>‹#›</a:t>
            </a:fld>
            <a:endParaRPr lang="en-US"/>
          </a:p>
        </p:txBody>
      </p:sp>
    </p:spTree>
    <p:extLst>
      <p:ext uri="{BB962C8B-B14F-4D97-AF65-F5344CB8AC3E}">
        <p14:creationId xmlns:p14="http://schemas.microsoft.com/office/powerpoint/2010/main" val="4186433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038AC86-2653-9AE2-F8F4-1342E0113DCF}"/>
              </a:ext>
            </a:extLst>
          </p:cNvPr>
          <p:cNvPicPr>
            <a:picLocks noChangeAspect="1"/>
          </p:cNvPicPr>
          <p:nvPr/>
        </p:nvPicPr>
        <p:blipFill rotWithShape="1">
          <a:blip r:embed="rId2"/>
          <a:srcRect t="5858"/>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894D7F-1B99-043E-F3DC-443CD51DD7C8}"/>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9600" dirty="0">
                <a:solidFill>
                  <a:srgbClr val="FFFFFF"/>
                </a:solidFill>
              </a:rPr>
              <a:t>Project proposal</a:t>
            </a:r>
          </a:p>
        </p:txBody>
      </p:sp>
    </p:spTree>
    <p:extLst>
      <p:ext uri="{BB962C8B-B14F-4D97-AF65-F5344CB8AC3E}">
        <p14:creationId xmlns:p14="http://schemas.microsoft.com/office/powerpoint/2010/main" val="2536116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0D7FB9-374E-CF57-84EC-E01619BEFFDB}"/>
              </a:ext>
            </a:extLst>
          </p:cNvPr>
          <p:cNvSpPr>
            <a:spLocks noGrp="1"/>
          </p:cNvSpPr>
          <p:nvPr>
            <p:ph type="title"/>
          </p:nvPr>
        </p:nvSpPr>
        <p:spPr>
          <a:xfrm>
            <a:off x="841248" y="256032"/>
            <a:ext cx="10506456" cy="1014984"/>
          </a:xfrm>
        </p:spPr>
        <p:txBody>
          <a:bodyPr anchor="b">
            <a:normAutofit/>
          </a:bodyPr>
          <a:lstStyle/>
          <a:p>
            <a:r>
              <a:rPr lang="en-US" dirty="0"/>
              <a:t>What is a project proposal?</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297EE8F5-FA35-72B6-A4C8-1B38BAC4DBCB}"/>
              </a:ext>
            </a:extLst>
          </p:cNvPr>
          <p:cNvGraphicFramePr>
            <a:graphicFrameLocks noGrp="1"/>
          </p:cNvGraphicFramePr>
          <p:nvPr>
            <p:ph idx="1"/>
            <p:extLst>
              <p:ext uri="{D42A27DB-BD31-4B8C-83A1-F6EECF244321}">
                <p14:modId xmlns:p14="http://schemas.microsoft.com/office/powerpoint/2010/main" val="211175278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8131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16"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0" name="Freeform: Shape 1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FF2CD90F-5989-F345-8DA5-73095ED85D4A}"/>
              </a:ext>
            </a:extLst>
          </p:cNvPr>
          <p:cNvSpPr>
            <a:spLocks noGrp="1"/>
          </p:cNvSpPr>
          <p:nvPr>
            <p:ph type="title"/>
          </p:nvPr>
        </p:nvSpPr>
        <p:spPr>
          <a:xfrm>
            <a:off x="786385" y="841248"/>
            <a:ext cx="3515244" cy="5340097"/>
          </a:xfrm>
        </p:spPr>
        <p:txBody>
          <a:bodyPr anchor="ctr">
            <a:normAutofit/>
          </a:bodyPr>
          <a:lstStyle/>
          <a:p>
            <a:r>
              <a:rPr lang="en-US" sz="4800" b="1">
                <a:solidFill>
                  <a:schemeClr val="bg1"/>
                </a:solidFill>
                <a:effectLst/>
                <a:latin typeface="AkkuratPro"/>
              </a:rPr>
              <a:t>When should you write a project proposal?</a:t>
            </a:r>
            <a:br>
              <a:rPr lang="en-US" sz="4800" b="1">
                <a:solidFill>
                  <a:schemeClr val="bg1"/>
                </a:solidFill>
                <a:effectLst/>
                <a:latin typeface="AkkuratPro"/>
              </a:rPr>
            </a:br>
            <a:endParaRPr lang="en-US" sz="4800">
              <a:solidFill>
                <a:schemeClr val="bg1"/>
              </a:solidFill>
            </a:endParaRPr>
          </a:p>
        </p:txBody>
      </p:sp>
      <p:graphicFrame>
        <p:nvGraphicFramePr>
          <p:cNvPr id="7" name="Rectangle 2">
            <a:extLst>
              <a:ext uri="{FF2B5EF4-FFF2-40B4-BE49-F238E27FC236}">
                <a16:creationId xmlns:a16="http://schemas.microsoft.com/office/drawing/2014/main" id="{13872D4C-694D-32DC-02AE-1C2F55E4789A}"/>
              </a:ext>
            </a:extLst>
          </p:cNvPr>
          <p:cNvGraphicFramePr>
            <a:graphicFrameLocks noGrp="1"/>
          </p:cNvGraphicFramePr>
          <p:nvPr>
            <p:ph idx="1"/>
            <p:extLst>
              <p:ext uri="{D42A27DB-BD31-4B8C-83A1-F6EECF244321}">
                <p14:modId xmlns:p14="http://schemas.microsoft.com/office/powerpoint/2010/main" val="4117649782"/>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676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75519C-CD5D-1054-A825-A73E04E4D382}"/>
              </a:ext>
            </a:extLst>
          </p:cNvPr>
          <p:cNvSpPr>
            <a:spLocks noGrp="1"/>
          </p:cNvSpPr>
          <p:nvPr>
            <p:ph type="title"/>
          </p:nvPr>
        </p:nvSpPr>
        <p:spPr>
          <a:xfrm>
            <a:off x="635000" y="640823"/>
            <a:ext cx="3418659" cy="5583148"/>
          </a:xfrm>
        </p:spPr>
        <p:txBody>
          <a:bodyPr anchor="ctr">
            <a:normAutofit/>
          </a:bodyPr>
          <a:lstStyle/>
          <a:p>
            <a:r>
              <a:rPr lang="en-US" sz="5400" b="1">
                <a:effectLst/>
                <a:latin typeface="AkkuratPro"/>
              </a:rPr>
              <a:t>Types of project proposal</a:t>
            </a:r>
            <a:br>
              <a:rPr lang="en-US" sz="5400" b="1">
                <a:effectLst/>
                <a:latin typeface="AkkuratPro"/>
              </a:rPr>
            </a:br>
            <a:endParaRPr lang="en-US" sz="54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2">
            <a:extLst>
              <a:ext uri="{FF2B5EF4-FFF2-40B4-BE49-F238E27FC236}">
                <a16:creationId xmlns:a16="http://schemas.microsoft.com/office/drawing/2014/main" id="{3D7A66AB-A014-1A3F-3E5C-6B5B38F5C825}"/>
              </a:ext>
            </a:extLst>
          </p:cNvPr>
          <p:cNvGraphicFramePr>
            <a:graphicFrameLocks noGrp="1"/>
          </p:cNvGraphicFramePr>
          <p:nvPr>
            <p:ph idx="1"/>
            <p:extLst>
              <p:ext uri="{D42A27DB-BD31-4B8C-83A1-F6EECF244321}">
                <p14:modId xmlns:p14="http://schemas.microsoft.com/office/powerpoint/2010/main" val="363210351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1553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5DA43-EBA4-2C3D-A8FE-F103F5BCF4DB}"/>
              </a:ext>
            </a:extLst>
          </p:cNvPr>
          <p:cNvSpPr>
            <a:spLocks noGrp="1"/>
          </p:cNvSpPr>
          <p:nvPr>
            <p:ph type="title"/>
          </p:nvPr>
        </p:nvSpPr>
        <p:spPr/>
        <p:txBody>
          <a:bodyPr/>
          <a:lstStyle/>
          <a:p>
            <a:r>
              <a:rPr lang="en-US" b="1" dirty="0">
                <a:solidFill>
                  <a:srgbClr val="2B2D38"/>
                </a:solidFill>
                <a:effectLst/>
                <a:latin typeface="AkkuratPro"/>
              </a:rPr>
              <a:t>Project proposal outline</a:t>
            </a:r>
            <a:br>
              <a:rPr lang="en-US" b="1" dirty="0">
                <a:solidFill>
                  <a:srgbClr val="2B2D38"/>
                </a:solidFill>
                <a:effectLst/>
                <a:latin typeface="AkkuratPro"/>
              </a:rPr>
            </a:br>
            <a:endParaRPr lang="en-US" dirty="0"/>
          </a:p>
        </p:txBody>
      </p:sp>
      <p:sp>
        <p:nvSpPr>
          <p:cNvPr id="3" name="Content Placeholder 2">
            <a:extLst>
              <a:ext uri="{FF2B5EF4-FFF2-40B4-BE49-F238E27FC236}">
                <a16:creationId xmlns:a16="http://schemas.microsoft.com/office/drawing/2014/main" id="{9D2F0265-42CE-A64C-2304-FD5E319A2070}"/>
              </a:ext>
            </a:extLst>
          </p:cNvPr>
          <p:cNvSpPr>
            <a:spLocks noGrp="1"/>
          </p:cNvSpPr>
          <p:nvPr>
            <p:ph idx="1"/>
          </p:nvPr>
        </p:nvSpPr>
        <p:spPr>
          <a:xfrm>
            <a:off x="838200" y="1825625"/>
            <a:ext cx="5257800" cy="4351338"/>
          </a:xfrm>
        </p:spPr>
        <p:txBody>
          <a:bodyPr>
            <a:normAutofit/>
          </a:bodyPr>
          <a:lstStyle/>
          <a:p>
            <a:r>
              <a:rPr lang="en-US" b="1" i="0">
                <a:solidFill>
                  <a:srgbClr val="3B3E4D"/>
                </a:solidFill>
                <a:effectLst/>
                <a:latin typeface="AkkuratPro"/>
              </a:rPr>
              <a:t>I. Cover Page</a:t>
            </a:r>
          </a:p>
          <a:p>
            <a:r>
              <a:rPr lang="en-US" b="1" i="0">
                <a:solidFill>
                  <a:srgbClr val="3B3E4D"/>
                </a:solidFill>
                <a:effectLst/>
                <a:latin typeface="AkkuratPro"/>
              </a:rPr>
              <a:t>II. Executive Summary</a:t>
            </a:r>
            <a:endParaRPr lang="en-US" b="1">
              <a:solidFill>
                <a:srgbClr val="3B3E4D"/>
              </a:solidFill>
              <a:latin typeface="AkkuratPro"/>
            </a:endParaRPr>
          </a:p>
          <a:p>
            <a:r>
              <a:rPr lang="en-US" b="1" i="0">
                <a:solidFill>
                  <a:srgbClr val="3B3E4D"/>
                </a:solidFill>
                <a:effectLst/>
                <a:latin typeface="AkkuratPro"/>
              </a:rPr>
              <a:t>III. Table of Contents</a:t>
            </a:r>
          </a:p>
          <a:p>
            <a:r>
              <a:rPr lang="en-US" b="1" i="0">
                <a:solidFill>
                  <a:srgbClr val="3B3E4D"/>
                </a:solidFill>
                <a:effectLst/>
                <a:latin typeface="AkkuratPro"/>
              </a:rPr>
              <a:t>IV. Introduction</a:t>
            </a:r>
            <a:endParaRPr lang="en-US" b="1">
              <a:solidFill>
                <a:srgbClr val="3B3E4D"/>
              </a:solidFill>
              <a:latin typeface="AkkuratPro"/>
            </a:endParaRPr>
          </a:p>
          <a:p>
            <a:r>
              <a:rPr lang="en-US" b="1" i="0">
                <a:solidFill>
                  <a:srgbClr val="3B3E4D"/>
                </a:solidFill>
                <a:effectLst/>
                <a:latin typeface="AkkuratPro"/>
              </a:rPr>
              <a:t>V. Objectives</a:t>
            </a:r>
          </a:p>
          <a:p>
            <a:r>
              <a:rPr lang="en-US" b="1" i="0">
                <a:solidFill>
                  <a:srgbClr val="3B3E4D"/>
                </a:solidFill>
                <a:effectLst/>
                <a:latin typeface="AkkuratPro"/>
              </a:rPr>
              <a:t>VI. Scope</a:t>
            </a:r>
            <a:endParaRPr lang="en-US" b="1">
              <a:solidFill>
                <a:srgbClr val="3B3E4D"/>
              </a:solidFill>
              <a:latin typeface="AkkuratPro"/>
            </a:endParaRPr>
          </a:p>
          <a:p>
            <a:r>
              <a:rPr lang="en-US" b="1" i="0">
                <a:solidFill>
                  <a:srgbClr val="3B3E4D"/>
                </a:solidFill>
                <a:effectLst/>
                <a:latin typeface="AkkuratPro"/>
              </a:rPr>
              <a:t>VII. Methodology or Approach</a:t>
            </a:r>
          </a:p>
          <a:p>
            <a:r>
              <a:rPr lang="en-US" b="1" i="0">
                <a:solidFill>
                  <a:srgbClr val="3B3E4D"/>
                </a:solidFill>
                <a:effectLst/>
                <a:latin typeface="AkkuratPro"/>
              </a:rPr>
              <a:t>VIII. Budget</a:t>
            </a:r>
            <a:endParaRPr lang="en-US" b="1">
              <a:solidFill>
                <a:srgbClr val="3B3E4D"/>
              </a:solidFill>
              <a:latin typeface="AkkuratPro"/>
            </a:endParaRPr>
          </a:p>
          <a:p>
            <a:endParaRPr lang="en-US" dirty="0"/>
          </a:p>
        </p:txBody>
      </p:sp>
      <p:sp>
        <p:nvSpPr>
          <p:cNvPr id="4" name="TextBox 3">
            <a:extLst>
              <a:ext uri="{FF2B5EF4-FFF2-40B4-BE49-F238E27FC236}">
                <a16:creationId xmlns:a16="http://schemas.microsoft.com/office/drawing/2014/main" id="{31A46F66-A2DA-2150-EDDB-B34B984F7A52}"/>
              </a:ext>
            </a:extLst>
          </p:cNvPr>
          <p:cNvSpPr txBox="1"/>
          <p:nvPr/>
        </p:nvSpPr>
        <p:spPr>
          <a:xfrm>
            <a:off x="7216726" y="1825625"/>
            <a:ext cx="4137074" cy="3903504"/>
          </a:xfrm>
          <a:prstGeom prst="rect">
            <a:avLst/>
          </a:prstGeom>
          <a:noFill/>
        </p:spPr>
        <p:txBody>
          <a:bodyPr wrap="square" rtlCol="0">
            <a:spAutoFit/>
          </a:bodyPr>
          <a:lstStyle/>
          <a:p>
            <a:pPr>
              <a:lnSpc>
                <a:spcPct val="150000"/>
              </a:lnSpc>
            </a:pPr>
            <a:r>
              <a:rPr lang="en-US" sz="2800" b="1" i="0">
                <a:solidFill>
                  <a:srgbClr val="3B3E4D"/>
                </a:solidFill>
                <a:effectLst/>
                <a:latin typeface="AkkuratPro"/>
              </a:rPr>
              <a:t>IX. Team</a:t>
            </a:r>
          </a:p>
          <a:p>
            <a:pPr>
              <a:lnSpc>
                <a:spcPct val="150000"/>
              </a:lnSpc>
            </a:pPr>
            <a:r>
              <a:rPr lang="en-US" sz="2800" b="1" i="0">
                <a:solidFill>
                  <a:srgbClr val="3B3E4D"/>
                </a:solidFill>
                <a:effectLst/>
                <a:latin typeface="AkkuratPro"/>
              </a:rPr>
              <a:t>X. Risk Assessment</a:t>
            </a:r>
          </a:p>
          <a:p>
            <a:pPr>
              <a:lnSpc>
                <a:spcPct val="150000"/>
              </a:lnSpc>
            </a:pPr>
            <a:r>
              <a:rPr lang="en-US" sz="2800" b="1" i="0">
                <a:solidFill>
                  <a:srgbClr val="3B3E4D"/>
                </a:solidFill>
                <a:effectLst/>
                <a:latin typeface="AkkuratPro"/>
              </a:rPr>
              <a:t>XI. Benefits and Deliverables</a:t>
            </a:r>
          </a:p>
          <a:p>
            <a:pPr>
              <a:lnSpc>
                <a:spcPct val="150000"/>
              </a:lnSpc>
            </a:pPr>
            <a:r>
              <a:rPr lang="en-US" sz="2800" b="1" i="0">
                <a:solidFill>
                  <a:srgbClr val="3B3E4D"/>
                </a:solidFill>
                <a:effectLst/>
                <a:latin typeface="AkkuratPro"/>
              </a:rPr>
              <a:t>XIII. Conclusion</a:t>
            </a:r>
          </a:p>
          <a:p>
            <a:pPr>
              <a:lnSpc>
                <a:spcPct val="150000"/>
              </a:lnSpc>
            </a:pPr>
            <a:r>
              <a:rPr lang="en-US" sz="2800" b="1" i="0">
                <a:solidFill>
                  <a:srgbClr val="3B3E4D"/>
                </a:solidFill>
                <a:effectLst/>
                <a:latin typeface="AkkuratPro"/>
              </a:rPr>
              <a:t>XIV. Appendices</a:t>
            </a:r>
            <a:endParaRPr lang="en-US" sz="2800" b="1" i="0" dirty="0">
              <a:solidFill>
                <a:srgbClr val="3B3E4D"/>
              </a:solidFill>
              <a:effectLst/>
              <a:latin typeface="AkkuratPro"/>
            </a:endParaRPr>
          </a:p>
        </p:txBody>
      </p:sp>
    </p:spTree>
    <p:extLst>
      <p:ext uri="{BB962C8B-B14F-4D97-AF65-F5344CB8AC3E}">
        <p14:creationId xmlns:p14="http://schemas.microsoft.com/office/powerpoint/2010/main" val="3773206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C23B3B-5335-0D93-272F-FD85F03068F0}"/>
              </a:ext>
            </a:extLst>
          </p:cNvPr>
          <p:cNvSpPr>
            <a:spLocks noGrp="1"/>
          </p:cNvSpPr>
          <p:nvPr>
            <p:ph type="title"/>
          </p:nvPr>
        </p:nvSpPr>
        <p:spPr>
          <a:xfrm>
            <a:off x="1045029" y="507160"/>
            <a:ext cx="2993571" cy="5438730"/>
          </a:xfrm>
        </p:spPr>
        <p:txBody>
          <a:bodyPr>
            <a:normAutofit/>
          </a:bodyPr>
          <a:lstStyle/>
          <a:p>
            <a:r>
              <a:rPr lang="en-US" sz="3200" b="1">
                <a:effectLst/>
                <a:latin typeface="AkkuratPro"/>
              </a:rPr>
              <a:t>Steps for writing a project proposal</a:t>
            </a:r>
            <a:br>
              <a:rPr lang="en-US" sz="3200" b="1">
                <a:effectLst/>
                <a:latin typeface="AkkuratPro"/>
              </a:rPr>
            </a:br>
            <a:endParaRPr lang="en-US" sz="3200"/>
          </a:p>
        </p:txBody>
      </p:sp>
      <p:sp>
        <p:nvSpPr>
          <p:cNvPr id="13" name="Rectangle 12">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8230AE9C-5538-0E23-E26C-E19A496EC671}"/>
              </a:ext>
            </a:extLst>
          </p:cNvPr>
          <p:cNvGraphicFramePr>
            <a:graphicFrameLocks noGrp="1"/>
          </p:cNvGraphicFramePr>
          <p:nvPr>
            <p:ph idx="1"/>
            <p:extLst>
              <p:ext uri="{D42A27DB-BD31-4B8C-83A1-F6EECF244321}">
                <p14:modId xmlns:p14="http://schemas.microsoft.com/office/powerpoint/2010/main" val="3206797504"/>
              </p:ext>
            </p:extLst>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89034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389</Words>
  <Application>Microsoft Office PowerPoint</Application>
  <PresentationFormat>Widescreen</PresentationFormat>
  <Paragraphs>102</Paragraphs>
  <Slides>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AkkuratPro</vt:lpstr>
      <vt:lpstr>Arial</vt:lpstr>
      <vt:lpstr>Calibri</vt:lpstr>
      <vt:lpstr>Calibri Light</vt:lpstr>
      <vt:lpstr>Office Theme</vt:lpstr>
      <vt:lpstr>Project proposal</vt:lpstr>
      <vt:lpstr>What is a project proposal?</vt:lpstr>
      <vt:lpstr>When should you write a project proposal? </vt:lpstr>
      <vt:lpstr>Types of project proposal </vt:lpstr>
      <vt:lpstr>Project proposal outline </vt:lpstr>
      <vt:lpstr>Steps for writing a project proposal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proposal</dc:title>
  <dc:creator>Ms. K Anuradha</dc:creator>
  <cp:lastModifiedBy>Ms. K Anuradha</cp:lastModifiedBy>
  <cp:revision>2</cp:revision>
  <dcterms:created xsi:type="dcterms:W3CDTF">2024-07-02T05:59:54Z</dcterms:created>
  <dcterms:modified xsi:type="dcterms:W3CDTF">2026-09-13T13:46:28Z</dcterms:modified>
</cp:coreProperties>
</file>