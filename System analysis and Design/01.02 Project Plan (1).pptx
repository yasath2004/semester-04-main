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0" r:id="rId3"/>
    <p:sldId id="257" r:id="rId4"/>
    <p:sldId id="258" r:id="rId5"/>
    <p:sldId id="259"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4935" autoAdjust="0"/>
  </p:normalViewPr>
  <p:slideViewPr>
    <p:cSldViewPr snapToGrid="0">
      <p:cViewPr varScale="1">
        <p:scale>
          <a:sx n="47" d="100"/>
          <a:sy n="47" d="100"/>
        </p:scale>
        <p:origin x="16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002796-923C-430E-B082-CAD9825E12A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5307BED-D305-4CBD-9220-24CDABE7F53C}">
      <dgm:prSet/>
      <dgm:spPr/>
      <dgm:t>
        <a:bodyPr/>
        <a:lstStyle/>
        <a:p>
          <a:r>
            <a:rPr lang="en-US"/>
            <a:t>A project plan is a comprehensive document that outlines the key elements of a project, including its goals, timeline, resources, risks, and strategies for execution and control. </a:t>
          </a:r>
        </a:p>
      </dgm:t>
    </dgm:pt>
    <dgm:pt modelId="{EFED299B-1771-49B3-A36E-2101B7816D6B}" type="parTrans" cxnId="{2F7E11BD-2200-4706-BB9C-97908C033021}">
      <dgm:prSet/>
      <dgm:spPr/>
      <dgm:t>
        <a:bodyPr/>
        <a:lstStyle/>
        <a:p>
          <a:endParaRPr lang="en-US"/>
        </a:p>
      </dgm:t>
    </dgm:pt>
    <dgm:pt modelId="{775C1E9A-3970-46A8-94BB-E32A3098BC31}" type="sibTrans" cxnId="{2F7E11BD-2200-4706-BB9C-97908C033021}">
      <dgm:prSet/>
      <dgm:spPr/>
      <dgm:t>
        <a:bodyPr/>
        <a:lstStyle/>
        <a:p>
          <a:endParaRPr lang="en-US"/>
        </a:p>
      </dgm:t>
    </dgm:pt>
    <dgm:pt modelId="{4B7227BE-6876-42B3-BAA8-2747809D5A2F}">
      <dgm:prSet/>
      <dgm:spPr/>
      <dgm:t>
        <a:bodyPr/>
        <a:lstStyle/>
        <a:p>
          <a:r>
            <a:rPr lang="en-US"/>
            <a:t>It serves as a roadmap for the project team and stakeholders, providing a clear vision of how the project will be managed and delivered.</a:t>
          </a:r>
        </a:p>
      </dgm:t>
    </dgm:pt>
    <dgm:pt modelId="{14FDA21D-315A-4F27-A532-4937419991C5}" type="parTrans" cxnId="{EF8CF4E6-6814-4D0E-8601-BAB4D63E417A}">
      <dgm:prSet/>
      <dgm:spPr/>
      <dgm:t>
        <a:bodyPr/>
        <a:lstStyle/>
        <a:p>
          <a:endParaRPr lang="en-US"/>
        </a:p>
      </dgm:t>
    </dgm:pt>
    <dgm:pt modelId="{3F8FD7A8-38FB-4865-B4C5-BB5973F3E25B}" type="sibTrans" cxnId="{EF8CF4E6-6814-4D0E-8601-BAB4D63E417A}">
      <dgm:prSet/>
      <dgm:spPr/>
      <dgm:t>
        <a:bodyPr/>
        <a:lstStyle/>
        <a:p>
          <a:endParaRPr lang="en-US"/>
        </a:p>
      </dgm:t>
    </dgm:pt>
    <dgm:pt modelId="{7672141B-D25A-4211-AB46-7ED3178AD4DD}" type="pres">
      <dgm:prSet presAssocID="{83002796-923C-430E-B082-CAD9825E12AF}" presName="linear" presStyleCnt="0">
        <dgm:presLayoutVars>
          <dgm:animLvl val="lvl"/>
          <dgm:resizeHandles val="exact"/>
        </dgm:presLayoutVars>
      </dgm:prSet>
      <dgm:spPr/>
    </dgm:pt>
    <dgm:pt modelId="{551119C4-8503-4039-899B-1559EF78122E}" type="pres">
      <dgm:prSet presAssocID="{05307BED-D305-4CBD-9220-24CDABE7F53C}" presName="parentText" presStyleLbl="node1" presStyleIdx="0" presStyleCnt="2">
        <dgm:presLayoutVars>
          <dgm:chMax val="0"/>
          <dgm:bulletEnabled val="1"/>
        </dgm:presLayoutVars>
      </dgm:prSet>
      <dgm:spPr/>
    </dgm:pt>
    <dgm:pt modelId="{246AB3B4-FD2B-4CA7-B32B-551BB8867AED}" type="pres">
      <dgm:prSet presAssocID="{775C1E9A-3970-46A8-94BB-E32A3098BC31}" presName="spacer" presStyleCnt="0"/>
      <dgm:spPr/>
    </dgm:pt>
    <dgm:pt modelId="{86C0C5E1-7437-437E-B727-35EF1502A4E6}" type="pres">
      <dgm:prSet presAssocID="{4B7227BE-6876-42B3-BAA8-2747809D5A2F}" presName="parentText" presStyleLbl="node1" presStyleIdx="1" presStyleCnt="2">
        <dgm:presLayoutVars>
          <dgm:chMax val="0"/>
          <dgm:bulletEnabled val="1"/>
        </dgm:presLayoutVars>
      </dgm:prSet>
      <dgm:spPr/>
    </dgm:pt>
  </dgm:ptLst>
  <dgm:cxnLst>
    <dgm:cxn modelId="{15F85B10-4837-4B61-8594-93C358722724}" type="presOf" srcId="{05307BED-D305-4CBD-9220-24CDABE7F53C}" destId="{551119C4-8503-4039-899B-1559EF78122E}" srcOrd="0" destOrd="0" presId="urn:microsoft.com/office/officeart/2005/8/layout/vList2"/>
    <dgm:cxn modelId="{3F82D010-DA95-45B1-AF27-219B75452A1F}" type="presOf" srcId="{4B7227BE-6876-42B3-BAA8-2747809D5A2F}" destId="{86C0C5E1-7437-437E-B727-35EF1502A4E6}" srcOrd="0" destOrd="0" presId="urn:microsoft.com/office/officeart/2005/8/layout/vList2"/>
    <dgm:cxn modelId="{F46A746E-AAAB-4C8E-9956-9027A5A045DD}" type="presOf" srcId="{83002796-923C-430E-B082-CAD9825E12AF}" destId="{7672141B-D25A-4211-AB46-7ED3178AD4DD}" srcOrd="0" destOrd="0" presId="urn:microsoft.com/office/officeart/2005/8/layout/vList2"/>
    <dgm:cxn modelId="{2F7E11BD-2200-4706-BB9C-97908C033021}" srcId="{83002796-923C-430E-B082-CAD9825E12AF}" destId="{05307BED-D305-4CBD-9220-24CDABE7F53C}" srcOrd="0" destOrd="0" parTransId="{EFED299B-1771-49B3-A36E-2101B7816D6B}" sibTransId="{775C1E9A-3970-46A8-94BB-E32A3098BC31}"/>
    <dgm:cxn modelId="{EF8CF4E6-6814-4D0E-8601-BAB4D63E417A}" srcId="{83002796-923C-430E-B082-CAD9825E12AF}" destId="{4B7227BE-6876-42B3-BAA8-2747809D5A2F}" srcOrd="1" destOrd="0" parTransId="{14FDA21D-315A-4F27-A532-4937419991C5}" sibTransId="{3F8FD7A8-38FB-4865-B4C5-BB5973F3E25B}"/>
    <dgm:cxn modelId="{CE223AB5-6411-4D32-9BAD-569E879AF86F}" type="presParOf" srcId="{7672141B-D25A-4211-AB46-7ED3178AD4DD}" destId="{551119C4-8503-4039-899B-1559EF78122E}" srcOrd="0" destOrd="0" presId="urn:microsoft.com/office/officeart/2005/8/layout/vList2"/>
    <dgm:cxn modelId="{A6621B97-2278-4908-96D1-4167B2D6BBF1}" type="presParOf" srcId="{7672141B-D25A-4211-AB46-7ED3178AD4DD}" destId="{246AB3B4-FD2B-4CA7-B32B-551BB8867AED}" srcOrd="1" destOrd="0" presId="urn:microsoft.com/office/officeart/2005/8/layout/vList2"/>
    <dgm:cxn modelId="{D102D58A-6F6A-4250-84C7-29E047F7BF24}" type="presParOf" srcId="{7672141B-D25A-4211-AB46-7ED3178AD4DD}" destId="{86C0C5E1-7437-437E-B727-35EF1502A4E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0E6349-455C-466E-8ACF-2D9CAD52F88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B5F74A0-4810-403C-8121-E3EF103CEAA3}">
      <dgm:prSet/>
      <dgm:spPr/>
      <dgm:t>
        <a:bodyPr/>
        <a:lstStyle/>
        <a:p>
          <a:r>
            <a:rPr lang="en-US"/>
            <a:t>Project overview</a:t>
          </a:r>
        </a:p>
      </dgm:t>
    </dgm:pt>
    <dgm:pt modelId="{AC91EC21-065F-4647-9B93-6F62B7686AB0}" type="parTrans" cxnId="{483CA432-32A9-4958-89C3-9769E5C55FC1}">
      <dgm:prSet/>
      <dgm:spPr/>
      <dgm:t>
        <a:bodyPr/>
        <a:lstStyle/>
        <a:p>
          <a:endParaRPr lang="en-US"/>
        </a:p>
      </dgm:t>
    </dgm:pt>
    <dgm:pt modelId="{7BCCD590-17DC-46F5-95FE-48E77B305769}" type="sibTrans" cxnId="{483CA432-32A9-4958-89C3-9769E5C55FC1}">
      <dgm:prSet/>
      <dgm:spPr/>
      <dgm:t>
        <a:bodyPr/>
        <a:lstStyle/>
        <a:p>
          <a:endParaRPr lang="en-US"/>
        </a:p>
      </dgm:t>
    </dgm:pt>
    <dgm:pt modelId="{8D145073-1C4E-488C-88E2-07A5B83E5521}">
      <dgm:prSet/>
      <dgm:spPr/>
      <dgm:t>
        <a:bodyPr/>
        <a:lstStyle/>
        <a:p>
          <a:r>
            <a:rPr lang="en-US"/>
            <a:t>Detailed project schedule (Gantt chart or similar).</a:t>
          </a:r>
        </a:p>
      </dgm:t>
    </dgm:pt>
    <dgm:pt modelId="{803A91D4-3CB4-4118-AF09-59A6A10D51C0}" type="parTrans" cxnId="{7A8C5313-718D-4029-ABD0-B2ADAAEB9C42}">
      <dgm:prSet/>
      <dgm:spPr/>
      <dgm:t>
        <a:bodyPr/>
        <a:lstStyle/>
        <a:p>
          <a:endParaRPr lang="en-US"/>
        </a:p>
      </dgm:t>
    </dgm:pt>
    <dgm:pt modelId="{034F2A1A-E36C-46C8-A462-72EF5217292D}" type="sibTrans" cxnId="{7A8C5313-718D-4029-ABD0-B2ADAAEB9C42}">
      <dgm:prSet/>
      <dgm:spPr/>
      <dgm:t>
        <a:bodyPr/>
        <a:lstStyle/>
        <a:p>
          <a:endParaRPr lang="en-US"/>
        </a:p>
      </dgm:t>
    </dgm:pt>
    <dgm:pt modelId="{691C4768-98CA-4BDA-9FA9-DDF29B8782C5}">
      <dgm:prSet/>
      <dgm:spPr/>
      <dgm:t>
        <a:bodyPr/>
        <a:lstStyle/>
        <a:p>
          <a:r>
            <a:rPr lang="en-US"/>
            <a:t>Resource allocation.</a:t>
          </a:r>
        </a:p>
      </dgm:t>
    </dgm:pt>
    <dgm:pt modelId="{C0F44EC9-786E-4A5F-990A-CF8FCC10E2E0}" type="parTrans" cxnId="{566ED95A-E6B0-451A-AB51-799F415E18FA}">
      <dgm:prSet/>
      <dgm:spPr/>
      <dgm:t>
        <a:bodyPr/>
        <a:lstStyle/>
        <a:p>
          <a:endParaRPr lang="en-US"/>
        </a:p>
      </dgm:t>
    </dgm:pt>
    <dgm:pt modelId="{FDAD77EA-D6C7-4207-B90F-4E135DD1D74A}" type="sibTrans" cxnId="{566ED95A-E6B0-451A-AB51-799F415E18FA}">
      <dgm:prSet/>
      <dgm:spPr/>
      <dgm:t>
        <a:bodyPr/>
        <a:lstStyle/>
        <a:p>
          <a:endParaRPr lang="en-US"/>
        </a:p>
      </dgm:t>
    </dgm:pt>
    <dgm:pt modelId="{AE011AC4-3095-43D1-8E39-7FF0FC34F620}">
      <dgm:prSet/>
      <dgm:spPr/>
      <dgm:t>
        <a:bodyPr/>
        <a:lstStyle/>
        <a:p>
          <a:r>
            <a:rPr lang="en-US"/>
            <a:t>Budget estimation.</a:t>
          </a:r>
        </a:p>
      </dgm:t>
    </dgm:pt>
    <dgm:pt modelId="{F7E4AE83-BAD9-4C1A-B9D9-D9B146253137}" type="parTrans" cxnId="{110C0F43-5C5C-4862-82FE-0032FF5DE01F}">
      <dgm:prSet/>
      <dgm:spPr/>
      <dgm:t>
        <a:bodyPr/>
        <a:lstStyle/>
        <a:p>
          <a:endParaRPr lang="en-US"/>
        </a:p>
      </dgm:t>
    </dgm:pt>
    <dgm:pt modelId="{E653A88D-DBEE-4E93-88DA-4B6A393F0D74}" type="sibTrans" cxnId="{110C0F43-5C5C-4862-82FE-0032FF5DE01F}">
      <dgm:prSet/>
      <dgm:spPr/>
      <dgm:t>
        <a:bodyPr/>
        <a:lstStyle/>
        <a:p>
          <a:endParaRPr lang="en-US"/>
        </a:p>
      </dgm:t>
    </dgm:pt>
    <dgm:pt modelId="{A6A87B69-EE64-425A-86D9-D14BA01FFCE3}">
      <dgm:prSet/>
      <dgm:spPr/>
      <dgm:t>
        <a:bodyPr/>
        <a:lstStyle/>
        <a:p>
          <a:r>
            <a:rPr lang="en-US" dirty="0"/>
            <a:t>Risk management plan.</a:t>
          </a:r>
        </a:p>
      </dgm:t>
    </dgm:pt>
    <dgm:pt modelId="{F3315BDD-9F27-418C-9BB1-2FFE611F780C}" type="parTrans" cxnId="{99B36A22-CE1F-46FF-B87F-F2852FCB9BF5}">
      <dgm:prSet/>
      <dgm:spPr/>
      <dgm:t>
        <a:bodyPr/>
        <a:lstStyle/>
        <a:p>
          <a:endParaRPr lang="en-US"/>
        </a:p>
      </dgm:t>
    </dgm:pt>
    <dgm:pt modelId="{C19BBD26-8F4E-4532-ADEF-6CD7EB4D5EE5}" type="sibTrans" cxnId="{99B36A22-CE1F-46FF-B87F-F2852FCB9BF5}">
      <dgm:prSet/>
      <dgm:spPr/>
      <dgm:t>
        <a:bodyPr/>
        <a:lstStyle/>
        <a:p>
          <a:endParaRPr lang="en-US"/>
        </a:p>
      </dgm:t>
    </dgm:pt>
    <dgm:pt modelId="{979A312F-9D84-4FBB-AEEF-6980810262EF}" type="pres">
      <dgm:prSet presAssocID="{F10E6349-455C-466E-8ACF-2D9CAD52F88E}" presName="vert0" presStyleCnt="0">
        <dgm:presLayoutVars>
          <dgm:dir/>
          <dgm:animOne val="branch"/>
          <dgm:animLvl val="lvl"/>
        </dgm:presLayoutVars>
      </dgm:prSet>
      <dgm:spPr/>
    </dgm:pt>
    <dgm:pt modelId="{5975A7A5-A319-4B40-BADC-5DB600EC4263}" type="pres">
      <dgm:prSet presAssocID="{EB5F74A0-4810-403C-8121-E3EF103CEAA3}" presName="thickLine" presStyleLbl="alignNode1" presStyleIdx="0" presStyleCnt="5"/>
      <dgm:spPr/>
    </dgm:pt>
    <dgm:pt modelId="{01E650DC-AAF4-4DFE-840F-47D8A9F84438}" type="pres">
      <dgm:prSet presAssocID="{EB5F74A0-4810-403C-8121-E3EF103CEAA3}" presName="horz1" presStyleCnt="0"/>
      <dgm:spPr/>
    </dgm:pt>
    <dgm:pt modelId="{E7FA0A8A-0E57-4038-A830-64A2C73D2BA4}" type="pres">
      <dgm:prSet presAssocID="{EB5F74A0-4810-403C-8121-E3EF103CEAA3}" presName="tx1" presStyleLbl="revTx" presStyleIdx="0" presStyleCnt="5"/>
      <dgm:spPr/>
    </dgm:pt>
    <dgm:pt modelId="{285F6B07-EF5D-4AE9-A205-A51DA16BE6F4}" type="pres">
      <dgm:prSet presAssocID="{EB5F74A0-4810-403C-8121-E3EF103CEAA3}" presName="vert1" presStyleCnt="0"/>
      <dgm:spPr/>
    </dgm:pt>
    <dgm:pt modelId="{A88E231C-F391-4631-A55C-28CDA9D2C5EF}" type="pres">
      <dgm:prSet presAssocID="{8D145073-1C4E-488C-88E2-07A5B83E5521}" presName="thickLine" presStyleLbl="alignNode1" presStyleIdx="1" presStyleCnt="5"/>
      <dgm:spPr/>
    </dgm:pt>
    <dgm:pt modelId="{0230E7AB-598A-4BC9-B9F5-0F34FF00F00D}" type="pres">
      <dgm:prSet presAssocID="{8D145073-1C4E-488C-88E2-07A5B83E5521}" presName="horz1" presStyleCnt="0"/>
      <dgm:spPr/>
    </dgm:pt>
    <dgm:pt modelId="{CAB98713-ADAA-4ACB-A200-0AF0166C576F}" type="pres">
      <dgm:prSet presAssocID="{8D145073-1C4E-488C-88E2-07A5B83E5521}" presName="tx1" presStyleLbl="revTx" presStyleIdx="1" presStyleCnt="5"/>
      <dgm:spPr/>
    </dgm:pt>
    <dgm:pt modelId="{72306FD6-0D42-45F4-A178-F4B7B6CD8AC5}" type="pres">
      <dgm:prSet presAssocID="{8D145073-1C4E-488C-88E2-07A5B83E5521}" presName="vert1" presStyleCnt="0"/>
      <dgm:spPr/>
    </dgm:pt>
    <dgm:pt modelId="{CCD2A36D-8D85-4D71-BFD3-78E329012D52}" type="pres">
      <dgm:prSet presAssocID="{691C4768-98CA-4BDA-9FA9-DDF29B8782C5}" presName="thickLine" presStyleLbl="alignNode1" presStyleIdx="2" presStyleCnt="5"/>
      <dgm:spPr/>
    </dgm:pt>
    <dgm:pt modelId="{7AF490D5-62DC-4891-8CEE-BD30CA548D38}" type="pres">
      <dgm:prSet presAssocID="{691C4768-98CA-4BDA-9FA9-DDF29B8782C5}" presName="horz1" presStyleCnt="0"/>
      <dgm:spPr/>
    </dgm:pt>
    <dgm:pt modelId="{6B1734F7-A0A8-4D8E-8827-D27B85838152}" type="pres">
      <dgm:prSet presAssocID="{691C4768-98CA-4BDA-9FA9-DDF29B8782C5}" presName="tx1" presStyleLbl="revTx" presStyleIdx="2" presStyleCnt="5"/>
      <dgm:spPr/>
    </dgm:pt>
    <dgm:pt modelId="{B1A2DBE6-6881-447B-BFB3-C403592B3C1E}" type="pres">
      <dgm:prSet presAssocID="{691C4768-98CA-4BDA-9FA9-DDF29B8782C5}" presName="vert1" presStyleCnt="0"/>
      <dgm:spPr/>
    </dgm:pt>
    <dgm:pt modelId="{35FE6D05-3845-46F2-8981-803AF7F845B4}" type="pres">
      <dgm:prSet presAssocID="{AE011AC4-3095-43D1-8E39-7FF0FC34F620}" presName="thickLine" presStyleLbl="alignNode1" presStyleIdx="3" presStyleCnt="5"/>
      <dgm:spPr/>
    </dgm:pt>
    <dgm:pt modelId="{B5FFC492-1E4C-48A4-B4B1-B0498941AF28}" type="pres">
      <dgm:prSet presAssocID="{AE011AC4-3095-43D1-8E39-7FF0FC34F620}" presName="horz1" presStyleCnt="0"/>
      <dgm:spPr/>
    </dgm:pt>
    <dgm:pt modelId="{592A7FC2-C4E5-4009-8612-515D2DFDF985}" type="pres">
      <dgm:prSet presAssocID="{AE011AC4-3095-43D1-8E39-7FF0FC34F620}" presName="tx1" presStyleLbl="revTx" presStyleIdx="3" presStyleCnt="5"/>
      <dgm:spPr/>
    </dgm:pt>
    <dgm:pt modelId="{822EA406-B685-4AEE-82F4-4EE107DA7E4C}" type="pres">
      <dgm:prSet presAssocID="{AE011AC4-3095-43D1-8E39-7FF0FC34F620}" presName="vert1" presStyleCnt="0"/>
      <dgm:spPr/>
    </dgm:pt>
    <dgm:pt modelId="{4E32ADFC-F3D2-4CC5-A283-A7A0240CE6FF}" type="pres">
      <dgm:prSet presAssocID="{A6A87B69-EE64-425A-86D9-D14BA01FFCE3}" presName="thickLine" presStyleLbl="alignNode1" presStyleIdx="4" presStyleCnt="5"/>
      <dgm:spPr/>
    </dgm:pt>
    <dgm:pt modelId="{722A68A9-938A-492C-A17D-EB36EDDBBA48}" type="pres">
      <dgm:prSet presAssocID="{A6A87B69-EE64-425A-86D9-D14BA01FFCE3}" presName="horz1" presStyleCnt="0"/>
      <dgm:spPr/>
    </dgm:pt>
    <dgm:pt modelId="{35728331-70B6-4FFB-9D38-AB11E6259E77}" type="pres">
      <dgm:prSet presAssocID="{A6A87B69-EE64-425A-86D9-D14BA01FFCE3}" presName="tx1" presStyleLbl="revTx" presStyleIdx="4" presStyleCnt="5"/>
      <dgm:spPr/>
    </dgm:pt>
    <dgm:pt modelId="{94BA33F9-3570-4156-918D-DD14E4186C5F}" type="pres">
      <dgm:prSet presAssocID="{A6A87B69-EE64-425A-86D9-D14BA01FFCE3}" presName="vert1" presStyleCnt="0"/>
      <dgm:spPr/>
    </dgm:pt>
  </dgm:ptLst>
  <dgm:cxnLst>
    <dgm:cxn modelId="{7A8C5313-718D-4029-ABD0-B2ADAAEB9C42}" srcId="{F10E6349-455C-466E-8ACF-2D9CAD52F88E}" destId="{8D145073-1C4E-488C-88E2-07A5B83E5521}" srcOrd="1" destOrd="0" parTransId="{803A91D4-3CB4-4118-AF09-59A6A10D51C0}" sibTransId="{034F2A1A-E36C-46C8-A462-72EF5217292D}"/>
    <dgm:cxn modelId="{99B36A22-CE1F-46FF-B87F-F2852FCB9BF5}" srcId="{F10E6349-455C-466E-8ACF-2D9CAD52F88E}" destId="{A6A87B69-EE64-425A-86D9-D14BA01FFCE3}" srcOrd="4" destOrd="0" parTransId="{F3315BDD-9F27-418C-9BB1-2FFE611F780C}" sibTransId="{C19BBD26-8F4E-4532-ADEF-6CD7EB4D5EE5}"/>
    <dgm:cxn modelId="{483CA432-32A9-4958-89C3-9769E5C55FC1}" srcId="{F10E6349-455C-466E-8ACF-2D9CAD52F88E}" destId="{EB5F74A0-4810-403C-8121-E3EF103CEAA3}" srcOrd="0" destOrd="0" parTransId="{AC91EC21-065F-4647-9B93-6F62B7686AB0}" sibTransId="{7BCCD590-17DC-46F5-95FE-48E77B305769}"/>
    <dgm:cxn modelId="{110C0F43-5C5C-4862-82FE-0032FF5DE01F}" srcId="{F10E6349-455C-466E-8ACF-2D9CAD52F88E}" destId="{AE011AC4-3095-43D1-8E39-7FF0FC34F620}" srcOrd="3" destOrd="0" parTransId="{F7E4AE83-BAD9-4C1A-B9D9-D9B146253137}" sibTransId="{E653A88D-DBEE-4E93-88DA-4B6A393F0D74}"/>
    <dgm:cxn modelId="{59AAB768-50A9-490C-8BB9-CC42B244DC9E}" type="presOf" srcId="{A6A87B69-EE64-425A-86D9-D14BA01FFCE3}" destId="{35728331-70B6-4FFB-9D38-AB11E6259E77}" srcOrd="0" destOrd="0" presId="urn:microsoft.com/office/officeart/2008/layout/LinedList"/>
    <dgm:cxn modelId="{42EFB976-2C36-4CD6-A9B2-2D9D7C3010D7}" type="presOf" srcId="{8D145073-1C4E-488C-88E2-07A5B83E5521}" destId="{CAB98713-ADAA-4ACB-A200-0AF0166C576F}" srcOrd="0" destOrd="0" presId="urn:microsoft.com/office/officeart/2008/layout/LinedList"/>
    <dgm:cxn modelId="{566ED95A-E6B0-451A-AB51-799F415E18FA}" srcId="{F10E6349-455C-466E-8ACF-2D9CAD52F88E}" destId="{691C4768-98CA-4BDA-9FA9-DDF29B8782C5}" srcOrd="2" destOrd="0" parTransId="{C0F44EC9-786E-4A5F-990A-CF8FCC10E2E0}" sibTransId="{FDAD77EA-D6C7-4207-B90F-4E135DD1D74A}"/>
    <dgm:cxn modelId="{5E8FBBB2-1E9A-482A-9D75-11640B8C5816}" type="presOf" srcId="{AE011AC4-3095-43D1-8E39-7FF0FC34F620}" destId="{592A7FC2-C4E5-4009-8612-515D2DFDF985}" srcOrd="0" destOrd="0" presId="urn:microsoft.com/office/officeart/2008/layout/LinedList"/>
    <dgm:cxn modelId="{6DC7ABC6-DBC8-4FB5-AF51-6DF017066A13}" type="presOf" srcId="{691C4768-98CA-4BDA-9FA9-DDF29B8782C5}" destId="{6B1734F7-A0A8-4D8E-8827-D27B85838152}" srcOrd="0" destOrd="0" presId="urn:microsoft.com/office/officeart/2008/layout/LinedList"/>
    <dgm:cxn modelId="{0E93E6E0-FBF0-4133-9FBF-01C994FFD21E}" type="presOf" srcId="{EB5F74A0-4810-403C-8121-E3EF103CEAA3}" destId="{E7FA0A8A-0E57-4038-A830-64A2C73D2BA4}" srcOrd="0" destOrd="0" presId="urn:microsoft.com/office/officeart/2008/layout/LinedList"/>
    <dgm:cxn modelId="{88BAA6E6-AEF9-48CB-B5CB-5613843BC213}" type="presOf" srcId="{F10E6349-455C-466E-8ACF-2D9CAD52F88E}" destId="{979A312F-9D84-4FBB-AEEF-6980810262EF}" srcOrd="0" destOrd="0" presId="urn:microsoft.com/office/officeart/2008/layout/LinedList"/>
    <dgm:cxn modelId="{A6E87EDB-8377-44A5-89C8-A90FDA7BA6BF}" type="presParOf" srcId="{979A312F-9D84-4FBB-AEEF-6980810262EF}" destId="{5975A7A5-A319-4B40-BADC-5DB600EC4263}" srcOrd="0" destOrd="0" presId="urn:microsoft.com/office/officeart/2008/layout/LinedList"/>
    <dgm:cxn modelId="{C9EAC0CD-9D23-4B89-8304-923A9F5ED147}" type="presParOf" srcId="{979A312F-9D84-4FBB-AEEF-6980810262EF}" destId="{01E650DC-AAF4-4DFE-840F-47D8A9F84438}" srcOrd="1" destOrd="0" presId="urn:microsoft.com/office/officeart/2008/layout/LinedList"/>
    <dgm:cxn modelId="{E5786D98-DE4E-4806-B5F8-5B5D88265C47}" type="presParOf" srcId="{01E650DC-AAF4-4DFE-840F-47D8A9F84438}" destId="{E7FA0A8A-0E57-4038-A830-64A2C73D2BA4}" srcOrd="0" destOrd="0" presId="urn:microsoft.com/office/officeart/2008/layout/LinedList"/>
    <dgm:cxn modelId="{2205F78F-567A-4E20-BFB7-E35B5C0414BD}" type="presParOf" srcId="{01E650DC-AAF4-4DFE-840F-47D8A9F84438}" destId="{285F6B07-EF5D-4AE9-A205-A51DA16BE6F4}" srcOrd="1" destOrd="0" presId="urn:microsoft.com/office/officeart/2008/layout/LinedList"/>
    <dgm:cxn modelId="{310A6A10-9DD9-42D2-9CE8-5037EF671DB7}" type="presParOf" srcId="{979A312F-9D84-4FBB-AEEF-6980810262EF}" destId="{A88E231C-F391-4631-A55C-28CDA9D2C5EF}" srcOrd="2" destOrd="0" presId="urn:microsoft.com/office/officeart/2008/layout/LinedList"/>
    <dgm:cxn modelId="{FDD5A3ED-8A5D-48B7-AAC2-8217A2F79F61}" type="presParOf" srcId="{979A312F-9D84-4FBB-AEEF-6980810262EF}" destId="{0230E7AB-598A-4BC9-B9F5-0F34FF00F00D}" srcOrd="3" destOrd="0" presId="urn:microsoft.com/office/officeart/2008/layout/LinedList"/>
    <dgm:cxn modelId="{379DB735-B99C-4F37-90F5-AF81F9B45A07}" type="presParOf" srcId="{0230E7AB-598A-4BC9-B9F5-0F34FF00F00D}" destId="{CAB98713-ADAA-4ACB-A200-0AF0166C576F}" srcOrd="0" destOrd="0" presId="urn:microsoft.com/office/officeart/2008/layout/LinedList"/>
    <dgm:cxn modelId="{44AA5C75-8EF5-4264-8A4F-4DF4C9B56921}" type="presParOf" srcId="{0230E7AB-598A-4BC9-B9F5-0F34FF00F00D}" destId="{72306FD6-0D42-45F4-A178-F4B7B6CD8AC5}" srcOrd="1" destOrd="0" presId="urn:microsoft.com/office/officeart/2008/layout/LinedList"/>
    <dgm:cxn modelId="{D38D0230-2967-467F-A546-E249F8D2ABD3}" type="presParOf" srcId="{979A312F-9D84-4FBB-AEEF-6980810262EF}" destId="{CCD2A36D-8D85-4D71-BFD3-78E329012D52}" srcOrd="4" destOrd="0" presId="urn:microsoft.com/office/officeart/2008/layout/LinedList"/>
    <dgm:cxn modelId="{634AFFAF-EDEB-4B79-A927-DDD796E724B4}" type="presParOf" srcId="{979A312F-9D84-4FBB-AEEF-6980810262EF}" destId="{7AF490D5-62DC-4891-8CEE-BD30CA548D38}" srcOrd="5" destOrd="0" presId="urn:microsoft.com/office/officeart/2008/layout/LinedList"/>
    <dgm:cxn modelId="{280CB712-CF7D-4857-B84C-2936579593F0}" type="presParOf" srcId="{7AF490D5-62DC-4891-8CEE-BD30CA548D38}" destId="{6B1734F7-A0A8-4D8E-8827-D27B85838152}" srcOrd="0" destOrd="0" presId="urn:microsoft.com/office/officeart/2008/layout/LinedList"/>
    <dgm:cxn modelId="{AD2484F1-D002-42DF-816A-AD901575050C}" type="presParOf" srcId="{7AF490D5-62DC-4891-8CEE-BD30CA548D38}" destId="{B1A2DBE6-6881-447B-BFB3-C403592B3C1E}" srcOrd="1" destOrd="0" presId="urn:microsoft.com/office/officeart/2008/layout/LinedList"/>
    <dgm:cxn modelId="{C0C74A8F-27B9-4686-8D8A-AD036E1A046F}" type="presParOf" srcId="{979A312F-9D84-4FBB-AEEF-6980810262EF}" destId="{35FE6D05-3845-46F2-8981-803AF7F845B4}" srcOrd="6" destOrd="0" presId="urn:microsoft.com/office/officeart/2008/layout/LinedList"/>
    <dgm:cxn modelId="{280FE93C-E264-4DD2-BBD0-ABA883ACBC35}" type="presParOf" srcId="{979A312F-9D84-4FBB-AEEF-6980810262EF}" destId="{B5FFC492-1E4C-48A4-B4B1-B0498941AF28}" srcOrd="7" destOrd="0" presId="urn:microsoft.com/office/officeart/2008/layout/LinedList"/>
    <dgm:cxn modelId="{3795E769-8F42-49C5-BFDA-5BEC06DD4AA6}" type="presParOf" srcId="{B5FFC492-1E4C-48A4-B4B1-B0498941AF28}" destId="{592A7FC2-C4E5-4009-8612-515D2DFDF985}" srcOrd="0" destOrd="0" presId="urn:microsoft.com/office/officeart/2008/layout/LinedList"/>
    <dgm:cxn modelId="{441FE654-3761-455D-8EE7-21AC82C79129}" type="presParOf" srcId="{B5FFC492-1E4C-48A4-B4B1-B0498941AF28}" destId="{822EA406-B685-4AEE-82F4-4EE107DA7E4C}" srcOrd="1" destOrd="0" presId="urn:microsoft.com/office/officeart/2008/layout/LinedList"/>
    <dgm:cxn modelId="{A460BFA8-2E52-42B4-BE75-CDEC02139B24}" type="presParOf" srcId="{979A312F-9D84-4FBB-AEEF-6980810262EF}" destId="{4E32ADFC-F3D2-4CC5-A283-A7A0240CE6FF}" srcOrd="8" destOrd="0" presId="urn:microsoft.com/office/officeart/2008/layout/LinedList"/>
    <dgm:cxn modelId="{D9D94FED-3781-4F78-BB4B-A7177B8D15AE}" type="presParOf" srcId="{979A312F-9D84-4FBB-AEEF-6980810262EF}" destId="{722A68A9-938A-492C-A17D-EB36EDDBBA48}" srcOrd="9" destOrd="0" presId="urn:microsoft.com/office/officeart/2008/layout/LinedList"/>
    <dgm:cxn modelId="{EC93B0DA-3D83-484E-9E8C-2EDE721FA6DC}" type="presParOf" srcId="{722A68A9-938A-492C-A17D-EB36EDDBBA48}" destId="{35728331-70B6-4FFB-9D38-AB11E6259E77}" srcOrd="0" destOrd="0" presId="urn:microsoft.com/office/officeart/2008/layout/LinedList"/>
    <dgm:cxn modelId="{54D85442-A2B9-4E73-8E25-90591086D5CD}" type="presParOf" srcId="{722A68A9-938A-492C-A17D-EB36EDDBBA48}" destId="{94BA33F9-3570-4156-918D-DD14E4186C5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866B35-DAA8-4B15-851F-3B5CF9D2DCD4}"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DE0FC64-2EB8-457F-98C5-73F290C1A419}">
      <dgm:prSet/>
      <dgm:spPr/>
      <dgm:t>
        <a:bodyPr/>
        <a:lstStyle/>
        <a:p>
          <a:r>
            <a:rPr lang="en-US"/>
            <a:t>Team Members: The individuals or teams involved in the project, along with their roles and responsibilities.</a:t>
          </a:r>
        </a:p>
      </dgm:t>
    </dgm:pt>
    <dgm:pt modelId="{57F7F312-9DBF-45E6-8502-8F1459ABF63C}" type="parTrans" cxnId="{DE0E0CE0-0015-43CD-A82D-9CDA71F5B04F}">
      <dgm:prSet/>
      <dgm:spPr/>
      <dgm:t>
        <a:bodyPr/>
        <a:lstStyle/>
        <a:p>
          <a:endParaRPr lang="en-US"/>
        </a:p>
      </dgm:t>
    </dgm:pt>
    <dgm:pt modelId="{66025009-E779-4136-9A42-807E42332F45}" type="sibTrans" cxnId="{DE0E0CE0-0015-43CD-A82D-9CDA71F5B04F}">
      <dgm:prSet/>
      <dgm:spPr/>
      <dgm:t>
        <a:bodyPr/>
        <a:lstStyle/>
        <a:p>
          <a:endParaRPr lang="en-US"/>
        </a:p>
      </dgm:t>
    </dgm:pt>
    <dgm:pt modelId="{1239889C-670B-4A31-8F8F-ABA00C7EBC3D}">
      <dgm:prSet/>
      <dgm:spPr/>
      <dgm:t>
        <a:bodyPr/>
        <a:lstStyle/>
        <a:p>
          <a:r>
            <a:rPr lang="en-US"/>
            <a:t>Resource Allocation: The distribution of resources (e.g., personnel, equipment, budget) to various project tasks.</a:t>
          </a:r>
        </a:p>
      </dgm:t>
    </dgm:pt>
    <dgm:pt modelId="{9B272578-03CF-47FB-B6EB-CB321F8B509F}" type="parTrans" cxnId="{DE0F9984-F5E5-42CA-A1D0-AB6E29BECCC7}">
      <dgm:prSet/>
      <dgm:spPr/>
      <dgm:t>
        <a:bodyPr/>
        <a:lstStyle/>
        <a:p>
          <a:endParaRPr lang="en-US"/>
        </a:p>
      </dgm:t>
    </dgm:pt>
    <dgm:pt modelId="{76086DCE-4E4C-472B-A652-C4BFAB9391AD}" type="sibTrans" cxnId="{DE0F9984-F5E5-42CA-A1D0-AB6E29BECCC7}">
      <dgm:prSet/>
      <dgm:spPr/>
      <dgm:t>
        <a:bodyPr/>
        <a:lstStyle/>
        <a:p>
          <a:endParaRPr lang="en-US"/>
        </a:p>
      </dgm:t>
    </dgm:pt>
    <dgm:pt modelId="{4D7FE236-A646-4A5A-A85B-A9DC1DAC0A81}" type="pres">
      <dgm:prSet presAssocID="{0E866B35-DAA8-4B15-851F-3B5CF9D2DCD4}" presName="hierChild1" presStyleCnt="0">
        <dgm:presLayoutVars>
          <dgm:chPref val="1"/>
          <dgm:dir/>
          <dgm:animOne val="branch"/>
          <dgm:animLvl val="lvl"/>
          <dgm:resizeHandles/>
        </dgm:presLayoutVars>
      </dgm:prSet>
      <dgm:spPr/>
    </dgm:pt>
    <dgm:pt modelId="{31723D30-81DF-4F60-AC2D-499B5962F84D}" type="pres">
      <dgm:prSet presAssocID="{7DE0FC64-2EB8-457F-98C5-73F290C1A419}" presName="hierRoot1" presStyleCnt="0"/>
      <dgm:spPr/>
    </dgm:pt>
    <dgm:pt modelId="{40490F2E-2897-4827-B519-646A03F79E46}" type="pres">
      <dgm:prSet presAssocID="{7DE0FC64-2EB8-457F-98C5-73F290C1A419}" presName="composite" presStyleCnt="0"/>
      <dgm:spPr/>
    </dgm:pt>
    <dgm:pt modelId="{124DC0FA-51C2-466C-AFA9-253775623121}" type="pres">
      <dgm:prSet presAssocID="{7DE0FC64-2EB8-457F-98C5-73F290C1A419}" presName="background" presStyleLbl="node0" presStyleIdx="0" presStyleCnt="2"/>
      <dgm:spPr/>
    </dgm:pt>
    <dgm:pt modelId="{BEE2FFEF-FC50-466E-B4C5-C0818935EA3B}" type="pres">
      <dgm:prSet presAssocID="{7DE0FC64-2EB8-457F-98C5-73F290C1A419}" presName="text" presStyleLbl="fgAcc0" presStyleIdx="0" presStyleCnt="2">
        <dgm:presLayoutVars>
          <dgm:chPref val="3"/>
        </dgm:presLayoutVars>
      </dgm:prSet>
      <dgm:spPr/>
    </dgm:pt>
    <dgm:pt modelId="{2BF5BAE5-6EC4-4DE1-A3F1-8DD96D914719}" type="pres">
      <dgm:prSet presAssocID="{7DE0FC64-2EB8-457F-98C5-73F290C1A419}" presName="hierChild2" presStyleCnt="0"/>
      <dgm:spPr/>
    </dgm:pt>
    <dgm:pt modelId="{AB30E261-FF57-4C36-9D29-C24E4E5879BF}" type="pres">
      <dgm:prSet presAssocID="{1239889C-670B-4A31-8F8F-ABA00C7EBC3D}" presName="hierRoot1" presStyleCnt="0"/>
      <dgm:spPr/>
    </dgm:pt>
    <dgm:pt modelId="{3AE6DC16-F604-41FB-93E5-B99F5545F0B6}" type="pres">
      <dgm:prSet presAssocID="{1239889C-670B-4A31-8F8F-ABA00C7EBC3D}" presName="composite" presStyleCnt="0"/>
      <dgm:spPr/>
    </dgm:pt>
    <dgm:pt modelId="{C21748DA-F131-4C6E-AC8E-29CF70F19064}" type="pres">
      <dgm:prSet presAssocID="{1239889C-670B-4A31-8F8F-ABA00C7EBC3D}" presName="background" presStyleLbl="node0" presStyleIdx="1" presStyleCnt="2"/>
      <dgm:spPr/>
    </dgm:pt>
    <dgm:pt modelId="{DD95A063-8088-47B5-BA8D-A072198A939D}" type="pres">
      <dgm:prSet presAssocID="{1239889C-670B-4A31-8F8F-ABA00C7EBC3D}" presName="text" presStyleLbl="fgAcc0" presStyleIdx="1" presStyleCnt="2">
        <dgm:presLayoutVars>
          <dgm:chPref val="3"/>
        </dgm:presLayoutVars>
      </dgm:prSet>
      <dgm:spPr/>
    </dgm:pt>
    <dgm:pt modelId="{6E7FD2BC-1916-4463-A125-2B3565A2CA01}" type="pres">
      <dgm:prSet presAssocID="{1239889C-670B-4A31-8F8F-ABA00C7EBC3D}" presName="hierChild2" presStyleCnt="0"/>
      <dgm:spPr/>
    </dgm:pt>
  </dgm:ptLst>
  <dgm:cxnLst>
    <dgm:cxn modelId="{D2B32951-98D2-494F-A116-F398DFC6DC62}" type="presOf" srcId="{1239889C-670B-4A31-8F8F-ABA00C7EBC3D}" destId="{DD95A063-8088-47B5-BA8D-A072198A939D}" srcOrd="0" destOrd="0" presId="urn:microsoft.com/office/officeart/2005/8/layout/hierarchy1"/>
    <dgm:cxn modelId="{654BFF54-6079-439D-9581-3E45D523BE7E}" type="presOf" srcId="{7DE0FC64-2EB8-457F-98C5-73F290C1A419}" destId="{BEE2FFEF-FC50-466E-B4C5-C0818935EA3B}" srcOrd="0" destOrd="0" presId="urn:microsoft.com/office/officeart/2005/8/layout/hierarchy1"/>
    <dgm:cxn modelId="{DE0F9984-F5E5-42CA-A1D0-AB6E29BECCC7}" srcId="{0E866B35-DAA8-4B15-851F-3B5CF9D2DCD4}" destId="{1239889C-670B-4A31-8F8F-ABA00C7EBC3D}" srcOrd="1" destOrd="0" parTransId="{9B272578-03CF-47FB-B6EB-CB321F8B509F}" sibTransId="{76086DCE-4E4C-472B-A652-C4BFAB9391AD}"/>
    <dgm:cxn modelId="{76E40FBF-8B4D-4308-9F55-6296B8303962}" type="presOf" srcId="{0E866B35-DAA8-4B15-851F-3B5CF9D2DCD4}" destId="{4D7FE236-A646-4A5A-A85B-A9DC1DAC0A81}" srcOrd="0" destOrd="0" presId="urn:microsoft.com/office/officeart/2005/8/layout/hierarchy1"/>
    <dgm:cxn modelId="{DE0E0CE0-0015-43CD-A82D-9CDA71F5B04F}" srcId="{0E866B35-DAA8-4B15-851F-3B5CF9D2DCD4}" destId="{7DE0FC64-2EB8-457F-98C5-73F290C1A419}" srcOrd="0" destOrd="0" parTransId="{57F7F312-9DBF-45E6-8502-8F1459ABF63C}" sibTransId="{66025009-E779-4136-9A42-807E42332F45}"/>
    <dgm:cxn modelId="{E8CA5EC6-88B5-406D-8EBD-7A5C05676B94}" type="presParOf" srcId="{4D7FE236-A646-4A5A-A85B-A9DC1DAC0A81}" destId="{31723D30-81DF-4F60-AC2D-499B5962F84D}" srcOrd="0" destOrd="0" presId="urn:microsoft.com/office/officeart/2005/8/layout/hierarchy1"/>
    <dgm:cxn modelId="{2AB35E2C-8988-4D21-8E60-319F5787E5EF}" type="presParOf" srcId="{31723D30-81DF-4F60-AC2D-499B5962F84D}" destId="{40490F2E-2897-4827-B519-646A03F79E46}" srcOrd="0" destOrd="0" presId="urn:microsoft.com/office/officeart/2005/8/layout/hierarchy1"/>
    <dgm:cxn modelId="{2B2449DE-2C8F-4A3C-BF93-22DFD3B6F35E}" type="presParOf" srcId="{40490F2E-2897-4827-B519-646A03F79E46}" destId="{124DC0FA-51C2-466C-AFA9-253775623121}" srcOrd="0" destOrd="0" presId="urn:microsoft.com/office/officeart/2005/8/layout/hierarchy1"/>
    <dgm:cxn modelId="{0B002BC9-3FE3-43A0-A1BE-58364A103587}" type="presParOf" srcId="{40490F2E-2897-4827-B519-646A03F79E46}" destId="{BEE2FFEF-FC50-466E-B4C5-C0818935EA3B}" srcOrd="1" destOrd="0" presId="urn:microsoft.com/office/officeart/2005/8/layout/hierarchy1"/>
    <dgm:cxn modelId="{B83FF120-1829-48CE-8159-D7E3E6DD6B0E}" type="presParOf" srcId="{31723D30-81DF-4F60-AC2D-499B5962F84D}" destId="{2BF5BAE5-6EC4-4DE1-A3F1-8DD96D914719}" srcOrd="1" destOrd="0" presId="urn:microsoft.com/office/officeart/2005/8/layout/hierarchy1"/>
    <dgm:cxn modelId="{85434E15-BC33-4614-BE00-F73D8D754EA4}" type="presParOf" srcId="{4D7FE236-A646-4A5A-A85B-A9DC1DAC0A81}" destId="{AB30E261-FF57-4C36-9D29-C24E4E5879BF}" srcOrd="1" destOrd="0" presId="urn:microsoft.com/office/officeart/2005/8/layout/hierarchy1"/>
    <dgm:cxn modelId="{EDC4D112-60A3-43B1-ABD0-23D731CA82B4}" type="presParOf" srcId="{AB30E261-FF57-4C36-9D29-C24E4E5879BF}" destId="{3AE6DC16-F604-41FB-93E5-B99F5545F0B6}" srcOrd="0" destOrd="0" presId="urn:microsoft.com/office/officeart/2005/8/layout/hierarchy1"/>
    <dgm:cxn modelId="{10F12863-B74A-4684-A233-EFE4F0B891F0}" type="presParOf" srcId="{3AE6DC16-F604-41FB-93E5-B99F5545F0B6}" destId="{C21748DA-F131-4C6E-AC8E-29CF70F19064}" srcOrd="0" destOrd="0" presId="urn:microsoft.com/office/officeart/2005/8/layout/hierarchy1"/>
    <dgm:cxn modelId="{02C55083-3FF1-4851-9846-C94AD6CA8A4E}" type="presParOf" srcId="{3AE6DC16-F604-41FB-93E5-B99F5545F0B6}" destId="{DD95A063-8088-47B5-BA8D-A072198A939D}" srcOrd="1" destOrd="0" presId="urn:microsoft.com/office/officeart/2005/8/layout/hierarchy1"/>
    <dgm:cxn modelId="{79F4567A-C052-44CF-A593-9A66C1C71322}" type="presParOf" srcId="{AB30E261-FF57-4C36-9D29-C24E4E5879BF}" destId="{6E7FD2BC-1916-4463-A125-2B3565A2CA0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C2B801-AE29-4A7A-8E69-53264A196CC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023657E-919E-4615-9BFB-462F739DE40E}">
      <dgm:prSet custT="1"/>
      <dgm:spPr/>
      <dgm:t>
        <a:bodyPr/>
        <a:lstStyle/>
        <a:p>
          <a:r>
            <a:rPr lang="en-US" sz="2400" dirty="0"/>
            <a:t>Cost Estimates: Detailed estimates of the financial resources required for the project.</a:t>
          </a:r>
        </a:p>
      </dgm:t>
    </dgm:pt>
    <dgm:pt modelId="{86C831C1-CF4B-402A-B9D7-54480842E139}" type="parTrans" cxnId="{BFDE23EB-2D45-4A36-945C-28163E55E6B7}">
      <dgm:prSet/>
      <dgm:spPr/>
      <dgm:t>
        <a:bodyPr/>
        <a:lstStyle/>
        <a:p>
          <a:endParaRPr lang="en-US"/>
        </a:p>
      </dgm:t>
    </dgm:pt>
    <dgm:pt modelId="{6336C0FB-AB39-4012-AFE0-0F37E43A1FDE}" type="sibTrans" cxnId="{BFDE23EB-2D45-4A36-945C-28163E55E6B7}">
      <dgm:prSet/>
      <dgm:spPr/>
      <dgm:t>
        <a:bodyPr/>
        <a:lstStyle/>
        <a:p>
          <a:endParaRPr lang="en-US"/>
        </a:p>
      </dgm:t>
    </dgm:pt>
    <dgm:pt modelId="{9AE12DDB-99A6-4DF3-822D-8F8B23D985EC}">
      <dgm:prSet custT="1"/>
      <dgm:spPr/>
      <dgm:t>
        <a:bodyPr/>
        <a:lstStyle/>
        <a:p>
          <a:r>
            <a:rPr lang="en-US" sz="2400" dirty="0"/>
            <a:t>Budget Breakdown: A breakdown of costs by category or project phase.</a:t>
          </a:r>
        </a:p>
      </dgm:t>
    </dgm:pt>
    <dgm:pt modelId="{8667765A-288B-4A9D-9649-0A542DEEC39F}" type="parTrans" cxnId="{CFA4008A-2C6D-4B1E-83ED-5CD944D3E84D}">
      <dgm:prSet/>
      <dgm:spPr/>
      <dgm:t>
        <a:bodyPr/>
        <a:lstStyle/>
        <a:p>
          <a:endParaRPr lang="en-US"/>
        </a:p>
      </dgm:t>
    </dgm:pt>
    <dgm:pt modelId="{4115D754-B459-4F9E-B93A-AC4EFA7BF446}" type="sibTrans" cxnId="{CFA4008A-2C6D-4B1E-83ED-5CD944D3E84D}">
      <dgm:prSet/>
      <dgm:spPr/>
      <dgm:t>
        <a:bodyPr/>
        <a:lstStyle/>
        <a:p>
          <a:endParaRPr lang="en-US"/>
        </a:p>
      </dgm:t>
    </dgm:pt>
    <dgm:pt modelId="{8BB35A42-7D19-4462-A370-B46C49900D7B}" type="pres">
      <dgm:prSet presAssocID="{E3C2B801-AE29-4A7A-8E69-53264A196CC5}" presName="root" presStyleCnt="0">
        <dgm:presLayoutVars>
          <dgm:dir/>
          <dgm:resizeHandles val="exact"/>
        </dgm:presLayoutVars>
      </dgm:prSet>
      <dgm:spPr/>
    </dgm:pt>
    <dgm:pt modelId="{AC96208E-6CF7-4220-A021-A8E1CAE39FB1}" type="pres">
      <dgm:prSet presAssocID="{2023657E-919E-4615-9BFB-462F739DE40E}" presName="compNode" presStyleCnt="0"/>
      <dgm:spPr/>
    </dgm:pt>
    <dgm:pt modelId="{6EB77949-03D8-47A6-80E3-515D81C5AAF1}" type="pres">
      <dgm:prSet presAssocID="{2023657E-919E-4615-9BFB-462F739DE40E}" presName="iconRect" presStyleLbl="node1" presStyleIdx="0" presStyleCnt="2" custLinFactNeighborX="-71788" custLinFactNeighborY="-122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F1FFF75B-6AA1-4000-9931-24A9B2682E32}" type="pres">
      <dgm:prSet presAssocID="{2023657E-919E-4615-9BFB-462F739DE40E}" presName="spaceRect" presStyleCnt="0"/>
      <dgm:spPr/>
    </dgm:pt>
    <dgm:pt modelId="{71BE6FCE-E32A-4362-B37F-EB40534538E0}" type="pres">
      <dgm:prSet presAssocID="{2023657E-919E-4615-9BFB-462F739DE40E}" presName="textRect" presStyleLbl="revTx" presStyleIdx="0" presStyleCnt="2" custScaleX="144722">
        <dgm:presLayoutVars>
          <dgm:chMax val="1"/>
          <dgm:chPref val="1"/>
        </dgm:presLayoutVars>
      </dgm:prSet>
      <dgm:spPr/>
    </dgm:pt>
    <dgm:pt modelId="{A23F3A31-300F-4B3E-B8EF-D44E595F7907}" type="pres">
      <dgm:prSet presAssocID="{6336C0FB-AB39-4012-AFE0-0F37E43A1FDE}" presName="sibTrans" presStyleCnt="0"/>
      <dgm:spPr/>
    </dgm:pt>
    <dgm:pt modelId="{459D91B1-D861-43BD-9AB9-81952A3E9596}" type="pres">
      <dgm:prSet presAssocID="{9AE12DDB-99A6-4DF3-822D-8F8B23D985EC}" presName="compNode" presStyleCnt="0"/>
      <dgm:spPr/>
    </dgm:pt>
    <dgm:pt modelId="{9971F3BF-F02B-4CA7-9255-C43B61F58834}" type="pres">
      <dgm:prSet presAssocID="{9AE12DDB-99A6-4DF3-822D-8F8B23D985E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ins"/>
        </a:ext>
      </dgm:extLst>
    </dgm:pt>
    <dgm:pt modelId="{977F6468-EA0C-48CA-800A-CFBB18FB0C6A}" type="pres">
      <dgm:prSet presAssocID="{9AE12DDB-99A6-4DF3-822D-8F8B23D985EC}" presName="spaceRect" presStyleCnt="0"/>
      <dgm:spPr/>
    </dgm:pt>
    <dgm:pt modelId="{7A17D804-0282-4EFB-9174-D94A7B1D0040}" type="pres">
      <dgm:prSet presAssocID="{9AE12DDB-99A6-4DF3-822D-8F8B23D985EC}" presName="textRect" presStyleLbl="revTx" presStyleIdx="1" presStyleCnt="2" custLinFactNeighborX="-635" custLinFactNeighborY="-31590">
        <dgm:presLayoutVars>
          <dgm:chMax val="1"/>
          <dgm:chPref val="1"/>
        </dgm:presLayoutVars>
      </dgm:prSet>
      <dgm:spPr/>
    </dgm:pt>
  </dgm:ptLst>
  <dgm:cxnLst>
    <dgm:cxn modelId="{857A1B00-D399-4B2F-AB57-0EEC9CD03156}" type="presOf" srcId="{2023657E-919E-4615-9BFB-462F739DE40E}" destId="{71BE6FCE-E32A-4362-B37F-EB40534538E0}" srcOrd="0" destOrd="0" presId="urn:microsoft.com/office/officeart/2018/2/layout/IconLabelList"/>
    <dgm:cxn modelId="{5B493B83-94D9-432A-9C22-EDF7E37E2F20}" type="presOf" srcId="{E3C2B801-AE29-4A7A-8E69-53264A196CC5}" destId="{8BB35A42-7D19-4462-A370-B46C49900D7B}" srcOrd="0" destOrd="0" presId="urn:microsoft.com/office/officeart/2018/2/layout/IconLabelList"/>
    <dgm:cxn modelId="{CFA4008A-2C6D-4B1E-83ED-5CD944D3E84D}" srcId="{E3C2B801-AE29-4A7A-8E69-53264A196CC5}" destId="{9AE12DDB-99A6-4DF3-822D-8F8B23D985EC}" srcOrd="1" destOrd="0" parTransId="{8667765A-288B-4A9D-9649-0A542DEEC39F}" sibTransId="{4115D754-B459-4F9E-B93A-AC4EFA7BF446}"/>
    <dgm:cxn modelId="{5E017CBD-FDC9-47AC-BCAE-6D1C901F6A48}" type="presOf" srcId="{9AE12DDB-99A6-4DF3-822D-8F8B23D985EC}" destId="{7A17D804-0282-4EFB-9174-D94A7B1D0040}" srcOrd="0" destOrd="0" presId="urn:microsoft.com/office/officeart/2018/2/layout/IconLabelList"/>
    <dgm:cxn modelId="{BFDE23EB-2D45-4A36-945C-28163E55E6B7}" srcId="{E3C2B801-AE29-4A7A-8E69-53264A196CC5}" destId="{2023657E-919E-4615-9BFB-462F739DE40E}" srcOrd="0" destOrd="0" parTransId="{86C831C1-CF4B-402A-B9D7-54480842E139}" sibTransId="{6336C0FB-AB39-4012-AFE0-0F37E43A1FDE}"/>
    <dgm:cxn modelId="{7D912F8D-89D3-4E1E-906A-48BB42C64E80}" type="presParOf" srcId="{8BB35A42-7D19-4462-A370-B46C49900D7B}" destId="{AC96208E-6CF7-4220-A021-A8E1CAE39FB1}" srcOrd="0" destOrd="0" presId="urn:microsoft.com/office/officeart/2018/2/layout/IconLabelList"/>
    <dgm:cxn modelId="{028DCE9C-DF91-4014-84C5-23F9C52103BE}" type="presParOf" srcId="{AC96208E-6CF7-4220-A021-A8E1CAE39FB1}" destId="{6EB77949-03D8-47A6-80E3-515D81C5AAF1}" srcOrd="0" destOrd="0" presId="urn:microsoft.com/office/officeart/2018/2/layout/IconLabelList"/>
    <dgm:cxn modelId="{5FB49469-C2AB-48B8-86D0-248D51F4F138}" type="presParOf" srcId="{AC96208E-6CF7-4220-A021-A8E1CAE39FB1}" destId="{F1FFF75B-6AA1-4000-9931-24A9B2682E32}" srcOrd="1" destOrd="0" presId="urn:microsoft.com/office/officeart/2018/2/layout/IconLabelList"/>
    <dgm:cxn modelId="{955B884F-5B75-4600-A171-AF2F2E108893}" type="presParOf" srcId="{AC96208E-6CF7-4220-A021-A8E1CAE39FB1}" destId="{71BE6FCE-E32A-4362-B37F-EB40534538E0}" srcOrd="2" destOrd="0" presId="urn:microsoft.com/office/officeart/2018/2/layout/IconLabelList"/>
    <dgm:cxn modelId="{12679162-8F2D-4D13-B208-2F6D641BD382}" type="presParOf" srcId="{8BB35A42-7D19-4462-A370-B46C49900D7B}" destId="{A23F3A31-300F-4B3E-B8EF-D44E595F7907}" srcOrd="1" destOrd="0" presId="urn:microsoft.com/office/officeart/2018/2/layout/IconLabelList"/>
    <dgm:cxn modelId="{0E6B49BE-8506-45A5-B76E-0B1AC8C6ACA7}" type="presParOf" srcId="{8BB35A42-7D19-4462-A370-B46C49900D7B}" destId="{459D91B1-D861-43BD-9AB9-81952A3E9596}" srcOrd="2" destOrd="0" presId="urn:microsoft.com/office/officeart/2018/2/layout/IconLabelList"/>
    <dgm:cxn modelId="{B9E4A5A1-B9AC-4713-B80A-7B2DB7C1BA32}" type="presParOf" srcId="{459D91B1-D861-43BD-9AB9-81952A3E9596}" destId="{9971F3BF-F02B-4CA7-9255-C43B61F58834}" srcOrd="0" destOrd="0" presId="urn:microsoft.com/office/officeart/2018/2/layout/IconLabelList"/>
    <dgm:cxn modelId="{AAFC16E3-CB07-4456-8BF1-79DCF3834E75}" type="presParOf" srcId="{459D91B1-D861-43BD-9AB9-81952A3E9596}" destId="{977F6468-EA0C-48CA-800A-CFBB18FB0C6A}" srcOrd="1" destOrd="0" presId="urn:microsoft.com/office/officeart/2018/2/layout/IconLabelList"/>
    <dgm:cxn modelId="{BBF91CCE-AFC7-416C-8B23-3E924A1B33B5}" type="presParOf" srcId="{459D91B1-D861-43BD-9AB9-81952A3E9596}" destId="{7A17D804-0282-4EFB-9174-D94A7B1D004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B624E5-CB3F-4C2B-8DD4-B6227EF61EE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B71CA3B-B78C-4600-81A1-C28D9A9B98FA}">
      <dgm:prSet/>
      <dgm:spPr/>
      <dgm:t>
        <a:bodyPr/>
        <a:lstStyle/>
        <a:p>
          <a:r>
            <a:rPr lang="en-US"/>
            <a:t>Risk Identification: A list of potential risks that could impact the project.</a:t>
          </a:r>
        </a:p>
      </dgm:t>
    </dgm:pt>
    <dgm:pt modelId="{B8B2554A-59BB-47B2-BADB-B249CFCA74C3}" type="parTrans" cxnId="{0DB3ABBF-894C-4BE3-8493-2DB566F9B300}">
      <dgm:prSet/>
      <dgm:spPr/>
      <dgm:t>
        <a:bodyPr/>
        <a:lstStyle/>
        <a:p>
          <a:endParaRPr lang="en-US"/>
        </a:p>
      </dgm:t>
    </dgm:pt>
    <dgm:pt modelId="{C6C978E1-8568-4437-A4A4-BEDC8B87856A}" type="sibTrans" cxnId="{0DB3ABBF-894C-4BE3-8493-2DB566F9B300}">
      <dgm:prSet/>
      <dgm:spPr/>
      <dgm:t>
        <a:bodyPr/>
        <a:lstStyle/>
        <a:p>
          <a:endParaRPr lang="en-US"/>
        </a:p>
      </dgm:t>
    </dgm:pt>
    <dgm:pt modelId="{0EFE911A-2852-4D29-94DE-461456D24C43}">
      <dgm:prSet/>
      <dgm:spPr/>
      <dgm:t>
        <a:bodyPr/>
        <a:lstStyle/>
        <a:p>
          <a:r>
            <a:rPr lang="en-US"/>
            <a:t>Risk Analysis: An assessment of the likelihood and impact of each risk.</a:t>
          </a:r>
        </a:p>
      </dgm:t>
    </dgm:pt>
    <dgm:pt modelId="{58C45A98-4449-4C7F-97E1-8463BA3D967C}" type="parTrans" cxnId="{FB7F4888-A2A0-46C2-B374-F957BDB27D73}">
      <dgm:prSet/>
      <dgm:spPr/>
      <dgm:t>
        <a:bodyPr/>
        <a:lstStyle/>
        <a:p>
          <a:endParaRPr lang="en-US"/>
        </a:p>
      </dgm:t>
    </dgm:pt>
    <dgm:pt modelId="{94D412E9-F464-4B4E-9820-C946ADEDB9F1}" type="sibTrans" cxnId="{FB7F4888-A2A0-46C2-B374-F957BDB27D73}">
      <dgm:prSet/>
      <dgm:spPr/>
      <dgm:t>
        <a:bodyPr/>
        <a:lstStyle/>
        <a:p>
          <a:endParaRPr lang="en-US"/>
        </a:p>
      </dgm:t>
    </dgm:pt>
    <dgm:pt modelId="{645EDB96-1B91-47AB-9249-84CD823728CF}">
      <dgm:prSet/>
      <dgm:spPr/>
      <dgm:t>
        <a:bodyPr/>
        <a:lstStyle/>
        <a:p>
          <a:r>
            <a:rPr lang="en-US"/>
            <a:t>Risk Mitigation Strategies: Plans for minimizing or managing risks.</a:t>
          </a:r>
        </a:p>
      </dgm:t>
    </dgm:pt>
    <dgm:pt modelId="{C19D4AB9-4BF4-479E-A43C-AD0152D998AE}" type="parTrans" cxnId="{56AC882B-36A6-43AA-8297-5C9C6F9AB2BE}">
      <dgm:prSet/>
      <dgm:spPr/>
      <dgm:t>
        <a:bodyPr/>
        <a:lstStyle/>
        <a:p>
          <a:endParaRPr lang="en-US"/>
        </a:p>
      </dgm:t>
    </dgm:pt>
    <dgm:pt modelId="{0563590F-814A-4ECA-8470-C8B9E04AF0A5}" type="sibTrans" cxnId="{56AC882B-36A6-43AA-8297-5C9C6F9AB2BE}">
      <dgm:prSet/>
      <dgm:spPr/>
      <dgm:t>
        <a:bodyPr/>
        <a:lstStyle/>
        <a:p>
          <a:endParaRPr lang="en-US"/>
        </a:p>
      </dgm:t>
    </dgm:pt>
    <dgm:pt modelId="{80761644-4204-477F-85B8-2AE3A78C52B2}" type="pres">
      <dgm:prSet presAssocID="{56B624E5-CB3F-4C2B-8DD4-B6227EF61EE3}" presName="hierChild1" presStyleCnt="0">
        <dgm:presLayoutVars>
          <dgm:chPref val="1"/>
          <dgm:dir/>
          <dgm:animOne val="branch"/>
          <dgm:animLvl val="lvl"/>
          <dgm:resizeHandles/>
        </dgm:presLayoutVars>
      </dgm:prSet>
      <dgm:spPr/>
    </dgm:pt>
    <dgm:pt modelId="{7D752F25-50B5-496D-AB34-C2CE130E4AC8}" type="pres">
      <dgm:prSet presAssocID="{BB71CA3B-B78C-4600-81A1-C28D9A9B98FA}" presName="hierRoot1" presStyleCnt="0"/>
      <dgm:spPr/>
    </dgm:pt>
    <dgm:pt modelId="{0DC36976-71D7-4201-BD61-A684B5E47997}" type="pres">
      <dgm:prSet presAssocID="{BB71CA3B-B78C-4600-81A1-C28D9A9B98FA}" presName="composite" presStyleCnt="0"/>
      <dgm:spPr/>
    </dgm:pt>
    <dgm:pt modelId="{3B3C3DCA-9365-4821-B9D1-B3B3AC6D7E0E}" type="pres">
      <dgm:prSet presAssocID="{BB71CA3B-B78C-4600-81A1-C28D9A9B98FA}" presName="background" presStyleLbl="node0" presStyleIdx="0" presStyleCnt="3"/>
      <dgm:spPr/>
    </dgm:pt>
    <dgm:pt modelId="{AD0E100C-FE54-432A-BFDF-0A9D5BF90916}" type="pres">
      <dgm:prSet presAssocID="{BB71CA3B-B78C-4600-81A1-C28D9A9B98FA}" presName="text" presStyleLbl="fgAcc0" presStyleIdx="0" presStyleCnt="3">
        <dgm:presLayoutVars>
          <dgm:chPref val="3"/>
        </dgm:presLayoutVars>
      </dgm:prSet>
      <dgm:spPr/>
    </dgm:pt>
    <dgm:pt modelId="{04C5EB14-DA1C-40D5-A956-F03519FCCD33}" type="pres">
      <dgm:prSet presAssocID="{BB71CA3B-B78C-4600-81A1-C28D9A9B98FA}" presName="hierChild2" presStyleCnt="0"/>
      <dgm:spPr/>
    </dgm:pt>
    <dgm:pt modelId="{A8FC0CAB-5D00-4587-9E35-90D68AD69DD2}" type="pres">
      <dgm:prSet presAssocID="{0EFE911A-2852-4D29-94DE-461456D24C43}" presName="hierRoot1" presStyleCnt="0"/>
      <dgm:spPr/>
    </dgm:pt>
    <dgm:pt modelId="{3323C49F-59E1-4BA5-BB98-89894BD96ADC}" type="pres">
      <dgm:prSet presAssocID="{0EFE911A-2852-4D29-94DE-461456D24C43}" presName="composite" presStyleCnt="0"/>
      <dgm:spPr/>
    </dgm:pt>
    <dgm:pt modelId="{8FFC5A1F-2D24-4B56-A98D-CA0B09D45485}" type="pres">
      <dgm:prSet presAssocID="{0EFE911A-2852-4D29-94DE-461456D24C43}" presName="background" presStyleLbl="node0" presStyleIdx="1" presStyleCnt="3"/>
      <dgm:spPr/>
    </dgm:pt>
    <dgm:pt modelId="{72081735-18C3-4EFB-99D3-AA98496F62C9}" type="pres">
      <dgm:prSet presAssocID="{0EFE911A-2852-4D29-94DE-461456D24C43}" presName="text" presStyleLbl="fgAcc0" presStyleIdx="1" presStyleCnt="3">
        <dgm:presLayoutVars>
          <dgm:chPref val="3"/>
        </dgm:presLayoutVars>
      </dgm:prSet>
      <dgm:spPr/>
    </dgm:pt>
    <dgm:pt modelId="{295241BB-75A8-4AEE-BCFB-F334EF6207C6}" type="pres">
      <dgm:prSet presAssocID="{0EFE911A-2852-4D29-94DE-461456D24C43}" presName="hierChild2" presStyleCnt="0"/>
      <dgm:spPr/>
    </dgm:pt>
    <dgm:pt modelId="{632C703F-1641-45E6-9706-1E63FB414C63}" type="pres">
      <dgm:prSet presAssocID="{645EDB96-1B91-47AB-9249-84CD823728CF}" presName="hierRoot1" presStyleCnt="0"/>
      <dgm:spPr/>
    </dgm:pt>
    <dgm:pt modelId="{F49E74F7-D9E3-4E6A-B1C7-71A73422F8C7}" type="pres">
      <dgm:prSet presAssocID="{645EDB96-1B91-47AB-9249-84CD823728CF}" presName="composite" presStyleCnt="0"/>
      <dgm:spPr/>
    </dgm:pt>
    <dgm:pt modelId="{84D09C6B-B056-4CAC-B1E1-5EEA9B52D355}" type="pres">
      <dgm:prSet presAssocID="{645EDB96-1B91-47AB-9249-84CD823728CF}" presName="background" presStyleLbl="node0" presStyleIdx="2" presStyleCnt="3"/>
      <dgm:spPr/>
    </dgm:pt>
    <dgm:pt modelId="{13F0CC93-FF9A-4C3E-A035-624BC1794161}" type="pres">
      <dgm:prSet presAssocID="{645EDB96-1B91-47AB-9249-84CD823728CF}" presName="text" presStyleLbl="fgAcc0" presStyleIdx="2" presStyleCnt="3">
        <dgm:presLayoutVars>
          <dgm:chPref val="3"/>
        </dgm:presLayoutVars>
      </dgm:prSet>
      <dgm:spPr/>
    </dgm:pt>
    <dgm:pt modelId="{63C2DD15-028A-4358-A271-69D9A6452B34}" type="pres">
      <dgm:prSet presAssocID="{645EDB96-1B91-47AB-9249-84CD823728CF}" presName="hierChild2" presStyleCnt="0"/>
      <dgm:spPr/>
    </dgm:pt>
  </dgm:ptLst>
  <dgm:cxnLst>
    <dgm:cxn modelId="{E2568601-D9C6-40D8-83FC-25024E98350A}" type="presOf" srcId="{56B624E5-CB3F-4C2B-8DD4-B6227EF61EE3}" destId="{80761644-4204-477F-85B8-2AE3A78C52B2}" srcOrd="0" destOrd="0" presId="urn:microsoft.com/office/officeart/2005/8/layout/hierarchy1"/>
    <dgm:cxn modelId="{56AC882B-36A6-43AA-8297-5C9C6F9AB2BE}" srcId="{56B624E5-CB3F-4C2B-8DD4-B6227EF61EE3}" destId="{645EDB96-1B91-47AB-9249-84CD823728CF}" srcOrd="2" destOrd="0" parTransId="{C19D4AB9-4BF4-479E-A43C-AD0152D998AE}" sibTransId="{0563590F-814A-4ECA-8470-C8B9E04AF0A5}"/>
    <dgm:cxn modelId="{C75F724F-8D00-4050-B13C-ED6B9621B502}" type="presOf" srcId="{BB71CA3B-B78C-4600-81A1-C28D9A9B98FA}" destId="{AD0E100C-FE54-432A-BFDF-0A9D5BF90916}" srcOrd="0" destOrd="0" presId="urn:microsoft.com/office/officeart/2005/8/layout/hierarchy1"/>
    <dgm:cxn modelId="{FB7F4888-A2A0-46C2-B374-F957BDB27D73}" srcId="{56B624E5-CB3F-4C2B-8DD4-B6227EF61EE3}" destId="{0EFE911A-2852-4D29-94DE-461456D24C43}" srcOrd="1" destOrd="0" parTransId="{58C45A98-4449-4C7F-97E1-8463BA3D967C}" sibTransId="{94D412E9-F464-4B4E-9820-C946ADEDB9F1}"/>
    <dgm:cxn modelId="{0DB3ABBF-894C-4BE3-8493-2DB566F9B300}" srcId="{56B624E5-CB3F-4C2B-8DD4-B6227EF61EE3}" destId="{BB71CA3B-B78C-4600-81A1-C28D9A9B98FA}" srcOrd="0" destOrd="0" parTransId="{B8B2554A-59BB-47B2-BADB-B249CFCA74C3}" sibTransId="{C6C978E1-8568-4437-A4A4-BEDC8B87856A}"/>
    <dgm:cxn modelId="{D58F0DCB-2726-410A-BF43-0C7E739D4CB0}" type="presOf" srcId="{0EFE911A-2852-4D29-94DE-461456D24C43}" destId="{72081735-18C3-4EFB-99D3-AA98496F62C9}" srcOrd="0" destOrd="0" presId="urn:microsoft.com/office/officeart/2005/8/layout/hierarchy1"/>
    <dgm:cxn modelId="{5E34FBD7-EBF1-4DE9-9ECE-6DDEAC3FC600}" type="presOf" srcId="{645EDB96-1B91-47AB-9249-84CD823728CF}" destId="{13F0CC93-FF9A-4C3E-A035-624BC1794161}" srcOrd="0" destOrd="0" presId="urn:microsoft.com/office/officeart/2005/8/layout/hierarchy1"/>
    <dgm:cxn modelId="{4987A5AE-705C-45DC-A55B-F0C697A44532}" type="presParOf" srcId="{80761644-4204-477F-85B8-2AE3A78C52B2}" destId="{7D752F25-50B5-496D-AB34-C2CE130E4AC8}" srcOrd="0" destOrd="0" presId="urn:microsoft.com/office/officeart/2005/8/layout/hierarchy1"/>
    <dgm:cxn modelId="{B283003A-E0F3-45E0-985A-169B2F72556C}" type="presParOf" srcId="{7D752F25-50B5-496D-AB34-C2CE130E4AC8}" destId="{0DC36976-71D7-4201-BD61-A684B5E47997}" srcOrd="0" destOrd="0" presId="urn:microsoft.com/office/officeart/2005/8/layout/hierarchy1"/>
    <dgm:cxn modelId="{51D96B63-1093-421E-877D-0B7F5205570E}" type="presParOf" srcId="{0DC36976-71D7-4201-BD61-A684B5E47997}" destId="{3B3C3DCA-9365-4821-B9D1-B3B3AC6D7E0E}" srcOrd="0" destOrd="0" presId="urn:microsoft.com/office/officeart/2005/8/layout/hierarchy1"/>
    <dgm:cxn modelId="{A4BBD628-1AA8-4FA1-BF51-64DC949DFBCF}" type="presParOf" srcId="{0DC36976-71D7-4201-BD61-A684B5E47997}" destId="{AD0E100C-FE54-432A-BFDF-0A9D5BF90916}" srcOrd="1" destOrd="0" presId="urn:microsoft.com/office/officeart/2005/8/layout/hierarchy1"/>
    <dgm:cxn modelId="{656E5A69-A420-4473-ACE8-B219D6018558}" type="presParOf" srcId="{7D752F25-50B5-496D-AB34-C2CE130E4AC8}" destId="{04C5EB14-DA1C-40D5-A956-F03519FCCD33}" srcOrd="1" destOrd="0" presId="urn:microsoft.com/office/officeart/2005/8/layout/hierarchy1"/>
    <dgm:cxn modelId="{EACA383E-31BC-45B1-8A60-51864006F381}" type="presParOf" srcId="{80761644-4204-477F-85B8-2AE3A78C52B2}" destId="{A8FC0CAB-5D00-4587-9E35-90D68AD69DD2}" srcOrd="1" destOrd="0" presId="urn:microsoft.com/office/officeart/2005/8/layout/hierarchy1"/>
    <dgm:cxn modelId="{2E29CDF4-94A0-4D38-BE1F-E2C548A165A0}" type="presParOf" srcId="{A8FC0CAB-5D00-4587-9E35-90D68AD69DD2}" destId="{3323C49F-59E1-4BA5-BB98-89894BD96ADC}" srcOrd="0" destOrd="0" presId="urn:microsoft.com/office/officeart/2005/8/layout/hierarchy1"/>
    <dgm:cxn modelId="{94D81865-962C-44FD-BCAA-0456119AABF8}" type="presParOf" srcId="{3323C49F-59E1-4BA5-BB98-89894BD96ADC}" destId="{8FFC5A1F-2D24-4B56-A98D-CA0B09D45485}" srcOrd="0" destOrd="0" presId="urn:microsoft.com/office/officeart/2005/8/layout/hierarchy1"/>
    <dgm:cxn modelId="{8D32593C-6734-4400-AA94-BA481AEC16E7}" type="presParOf" srcId="{3323C49F-59E1-4BA5-BB98-89894BD96ADC}" destId="{72081735-18C3-4EFB-99D3-AA98496F62C9}" srcOrd="1" destOrd="0" presId="urn:microsoft.com/office/officeart/2005/8/layout/hierarchy1"/>
    <dgm:cxn modelId="{DFE160F4-D898-4196-8F05-888BDF1A21A3}" type="presParOf" srcId="{A8FC0CAB-5D00-4587-9E35-90D68AD69DD2}" destId="{295241BB-75A8-4AEE-BCFB-F334EF6207C6}" srcOrd="1" destOrd="0" presId="urn:microsoft.com/office/officeart/2005/8/layout/hierarchy1"/>
    <dgm:cxn modelId="{B84C7C97-2823-404F-AC1C-695DDF184C78}" type="presParOf" srcId="{80761644-4204-477F-85B8-2AE3A78C52B2}" destId="{632C703F-1641-45E6-9706-1E63FB414C63}" srcOrd="2" destOrd="0" presId="urn:microsoft.com/office/officeart/2005/8/layout/hierarchy1"/>
    <dgm:cxn modelId="{946A5B1C-7B38-4366-8DB0-250145F31832}" type="presParOf" srcId="{632C703F-1641-45E6-9706-1E63FB414C63}" destId="{F49E74F7-D9E3-4E6A-B1C7-71A73422F8C7}" srcOrd="0" destOrd="0" presId="urn:microsoft.com/office/officeart/2005/8/layout/hierarchy1"/>
    <dgm:cxn modelId="{9D76277F-4646-4F1D-A3BF-EF6F81D1D947}" type="presParOf" srcId="{F49E74F7-D9E3-4E6A-B1C7-71A73422F8C7}" destId="{84D09C6B-B056-4CAC-B1E1-5EEA9B52D355}" srcOrd="0" destOrd="0" presId="urn:microsoft.com/office/officeart/2005/8/layout/hierarchy1"/>
    <dgm:cxn modelId="{DFF07B77-329E-4EC1-B2FA-6BC1FD765D7A}" type="presParOf" srcId="{F49E74F7-D9E3-4E6A-B1C7-71A73422F8C7}" destId="{13F0CC93-FF9A-4C3E-A035-624BC1794161}" srcOrd="1" destOrd="0" presId="urn:microsoft.com/office/officeart/2005/8/layout/hierarchy1"/>
    <dgm:cxn modelId="{FB5A9495-374D-4A59-9752-67C79AC8DAE7}" type="presParOf" srcId="{632C703F-1641-45E6-9706-1E63FB414C63}" destId="{63C2DD15-028A-4358-A271-69D9A6452B3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1119C4-8503-4039-899B-1559EF78122E}">
      <dsp:nvSpPr>
        <dsp:cNvPr id="0" name=""/>
        <dsp:cNvSpPr/>
      </dsp:nvSpPr>
      <dsp:spPr>
        <a:xfrm>
          <a:off x="0" y="313478"/>
          <a:ext cx="10515600" cy="1814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A project plan is a comprehensive document that outlines the key elements of a project, including its goals, timeline, resources, risks, and strategies for execution and control. </a:t>
          </a:r>
        </a:p>
      </dsp:txBody>
      <dsp:txXfrm>
        <a:off x="88585" y="402063"/>
        <a:ext cx="10338430" cy="1637500"/>
      </dsp:txXfrm>
    </dsp:sp>
    <dsp:sp modelId="{86C0C5E1-7437-437E-B727-35EF1502A4E6}">
      <dsp:nvSpPr>
        <dsp:cNvPr id="0" name=""/>
        <dsp:cNvSpPr/>
      </dsp:nvSpPr>
      <dsp:spPr>
        <a:xfrm>
          <a:off x="0" y="2223189"/>
          <a:ext cx="10515600" cy="1814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It serves as a roadmap for the project team and stakeholders, providing a clear vision of how the project will be managed and delivered.</a:t>
          </a:r>
        </a:p>
      </dsp:txBody>
      <dsp:txXfrm>
        <a:off x="88585" y="2311774"/>
        <a:ext cx="10338430" cy="163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5A7A5-A319-4B40-BADC-5DB600EC4263}">
      <dsp:nvSpPr>
        <dsp:cNvPr id="0" name=""/>
        <dsp:cNvSpPr/>
      </dsp:nvSpPr>
      <dsp:spPr>
        <a:xfrm>
          <a:off x="0" y="53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FA0A8A-0E57-4038-A830-64A2C73D2BA4}">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Project overview</a:t>
          </a:r>
        </a:p>
      </dsp:txBody>
      <dsp:txXfrm>
        <a:off x="0" y="531"/>
        <a:ext cx="10515600" cy="870055"/>
      </dsp:txXfrm>
    </dsp:sp>
    <dsp:sp modelId="{A88E231C-F391-4631-A55C-28CDA9D2C5EF}">
      <dsp:nvSpPr>
        <dsp:cNvPr id="0" name=""/>
        <dsp:cNvSpPr/>
      </dsp:nvSpPr>
      <dsp:spPr>
        <a:xfrm>
          <a:off x="0" y="87058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B98713-ADAA-4ACB-A200-0AF0166C576F}">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Detailed project schedule (Gantt chart or similar).</a:t>
          </a:r>
        </a:p>
      </dsp:txBody>
      <dsp:txXfrm>
        <a:off x="0" y="870586"/>
        <a:ext cx="10515600" cy="870055"/>
      </dsp:txXfrm>
    </dsp:sp>
    <dsp:sp modelId="{CCD2A36D-8D85-4D71-BFD3-78E329012D52}">
      <dsp:nvSpPr>
        <dsp:cNvPr id="0" name=""/>
        <dsp:cNvSpPr/>
      </dsp:nvSpPr>
      <dsp:spPr>
        <a:xfrm>
          <a:off x="0" y="174064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1734F7-A0A8-4D8E-8827-D27B85838152}">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Resource allocation.</a:t>
          </a:r>
        </a:p>
      </dsp:txBody>
      <dsp:txXfrm>
        <a:off x="0" y="1740641"/>
        <a:ext cx="10515600" cy="870055"/>
      </dsp:txXfrm>
    </dsp:sp>
    <dsp:sp modelId="{35FE6D05-3845-46F2-8981-803AF7F845B4}">
      <dsp:nvSpPr>
        <dsp:cNvPr id="0" name=""/>
        <dsp:cNvSpPr/>
      </dsp:nvSpPr>
      <dsp:spPr>
        <a:xfrm>
          <a:off x="0" y="261069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2A7FC2-C4E5-4009-8612-515D2DFDF985}">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Budget estimation.</a:t>
          </a:r>
        </a:p>
      </dsp:txBody>
      <dsp:txXfrm>
        <a:off x="0" y="2610696"/>
        <a:ext cx="10515600" cy="870055"/>
      </dsp:txXfrm>
    </dsp:sp>
    <dsp:sp modelId="{4E32ADFC-F3D2-4CC5-A283-A7A0240CE6FF}">
      <dsp:nvSpPr>
        <dsp:cNvPr id="0" name=""/>
        <dsp:cNvSpPr/>
      </dsp:nvSpPr>
      <dsp:spPr>
        <a:xfrm>
          <a:off x="0" y="348075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28331-70B6-4FFB-9D38-AB11E6259E77}">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Risk management plan.</a:t>
          </a:r>
        </a:p>
      </dsp:txBody>
      <dsp:txXfrm>
        <a:off x="0" y="3480751"/>
        <a:ext cx="1051560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DC0FA-51C2-466C-AFA9-253775623121}">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E2FFEF-FC50-466E-B4C5-C0818935EA3B}">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Team Members: The individuals or teams involved in the project, along with their roles and responsibilities.</a:t>
          </a:r>
        </a:p>
      </dsp:txBody>
      <dsp:txXfrm>
        <a:off x="696297" y="538547"/>
        <a:ext cx="4171627" cy="2590157"/>
      </dsp:txXfrm>
    </dsp:sp>
    <dsp:sp modelId="{C21748DA-F131-4C6E-AC8E-29CF70F19064}">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5A063-8088-47B5-BA8D-A072198A939D}">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Resource Allocation: The distribution of resources (e.g., personnel, equipment, budget) to various project tasks.</a:t>
          </a:r>
        </a:p>
      </dsp:txBody>
      <dsp:txXfrm>
        <a:off x="5991936" y="538547"/>
        <a:ext cx="4171627" cy="25901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B77949-03D8-47A6-80E3-515D81C5AAF1}">
      <dsp:nvSpPr>
        <dsp:cNvPr id="0" name=""/>
        <dsp:cNvSpPr/>
      </dsp:nvSpPr>
      <dsp:spPr>
        <a:xfrm>
          <a:off x="730782" y="104510"/>
          <a:ext cx="1766812" cy="1766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BE6FCE-E32A-4362-B37F-EB40534538E0}">
      <dsp:nvSpPr>
        <dsp:cNvPr id="0" name=""/>
        <dsp:cNvSpPr/>
      </dsp:nvSpPr>
      <dsp:spPr>
        <a:xfrm>
          <a:off x="41474" y="2336676"/>
          <a:ext cx="5682147" cy="74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dirty="0"/>
            <a:t>Cost Estimates: Detailed estimates of the financial resources required for the project.</a:t>
          </a:r>
        </a:p>
      </dsp:txBody>
      <dsp:txXfrm>
        <a:off x="41474" y="2336676"/>
        <a:ext cx="5682147" cy="747000"/>
      </dsp:txXfrm>
    </dsp:sp>
    <dsp:sp modelId="{9971F3BF-F02B-4CA7-9255-C43B61F58834}">
      <dsp:nvSpPr>
        <dsp:cNvPr id="0" name=""/>
        <dsp:cNvSpPr/>
      </dsp:nvSpPr>
      <dsp:spPr>
        <a:xfrm>
          <a:off x="7490434" y="126224"/>
          <a:ext cx="1766812" cy="1766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17D804-0282-4EFB-9174-D94A7B1D0040}">
      <dsp:nvSpPr>
        <dsp:cNvPr id="0" name=""/>
        <dsp:cNvSpPr/>
      </dsp:nvSpPr>
      <dsp:spPr>
        <a:xfrm>
          <a:off x="6385783" y="2100698"/>
          <a:ext cx="3926250" cy="74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dirty="0"/>
            <a:t>Budget Breakdown: A breakdown of costs by category or project phase.</a:t>
          </a:r>
        </a:p>
      </dsp:txBody>
      <dsp:txXfrm>
        <a:off x="6385783" y="2100698"/>
        <a:ext cx="3926250" cy="747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3C3DCA-9365-4821-B9D1-B3B3AC6D7E0E}">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0E100C-FE54-432A-BFDF-0A9D5BF90916}">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Risk Identification: A list of potential risks that could impact the project.</a:t>
          </a:r>
        </a:p>
      </dsp:txBody>
      <dsp:txXfrm>
        <a:off x="378614" y="886531"/>
        <a:ext cx="2810360" cy="1744948"/>
      </dsp:txXfrm>
    </dsp:sp>
    <dsp:sp modelId="{8FFC5A1F-2D24-4B56-A98D-CA0B09D45485}">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081735-18C3-4EFB-99D3-AA98496F62C9}">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Risk Analysis: An assessment of the likelihood and impact of each risk.</a:t>
          </a:r>
        </a:p>
      </dsp:txBody>
      <dsp:txXfrm>
        <a:off x="3946203" y="886531"/>
        <a:ext cx="2810360" cy="1744948"/>
      </dsp:txXfrm>
    </dsp:sp>
    <dsp:sp modelId="{84D09C6B-B056-4CAC-B1E1-5EEA9B52D355}">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F0CC93-FF9A-4C3E-A035-624BC1794161}">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Risk Mitigation Strategies: Plans for minimizing or managing risks.</a:t>
          </a:r>
        </a:p>
      </dsp:txBody>
      <dsp:txXfrm>
        <a:off x="7513791" y="886531"/>
        <a:ext cx="2810360" cy="17449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5B6A3-F9C5-4553-9325-FDB130F0A96C}" type="datetimeFigureOut">
              <a:rPr lang="en-US" smtClean="0"/>
              <a:t>7/8/2024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F22FEA-9E10-44E5-8A81-0D2B2EB3C398}" type="slidenum">
              <a:rPr lang="en-US" smtClean="0"/>
              <a:t>‹#›</a:t>
            </a:fld>
            <a:endParaRPr lang="en-US"/>
          </a:p>
        </p:txBody>
      </p:sp>
    </p:spTree>
    <p:extLst>
      <p:ext uri="{BB962C8B-B14F-4D97-AF65-F5344CB8AC3E}">
        <p14:creationId xmlns:p14="http://schemas.microsoft.com/office/powerpoint/2010/main" val="80786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sana.com/resources/benefits-project-managemen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auto"/>
            <a:r>
              <a:rPr lang="en-US" b="0" i="0" dirty="0">
                <a:solidFill>
                  <a:srgbClr val="2A2B2C"/>
                </a:solidFill>
                <a:effectLst/>
                <a:latin typeface="TWK Lausanne"/>
              </a:rPr>
              <a:t>Project plans set the stage for the entire project. Without one, you’re missing a critical step in the overall </a:t>
            </a:r>
            <a:r>
              <a:rPr lang="en-US" b="0" i="0" u="sng" dirty="0">
                <a:solidFill>
                  <a:srgbClr val="2A2B2C"/>
                </a:solidFill>
                <a:effectLst/>
                <a:latin typeface="inherit"/>
                <a:hlinkClick r:id="rId3"/>
              </a:rPr>
              <a:t>project management process</a:t>
            </a:r>
            <a:r>
              <a:rPr lang="en-US" b="0" i="0" dirty="0">
                <a:solidFill>
                  <a:srgbClr val="2A2B2C"/>
                </a:solidFill>
                <a:effectLst/>
                <a:latin typeface="TWK Lausanne"/>
              </a:rPr>
              <a:t>. When you launch into a project without defined goals or objectives, it can lead to disorganized work, frustration, and even scope creep. A clear, written project management plan provides a baseline direction to all stakeholders, while also keeping everyone accountable. It confirms that you have the resources you need for the project before it actually begins.</a:t>
            </a:r>
          </a:p>
          <a:p>
            <a:pPr algn="l" fontAlgn="auto"/>
            <a:r>
              <a:rPr lang="en-US" b="0" i="0" dirty="0">
                <a:solidFill>
                  <a:srgbClr val="2A2B2C"/>
                </a:solidFill>
                <a:effectLst/>
                <a:latin typeface="TWK Lausanne"/>
              </a:rPr>
              <a:t>A project plan also allows you, as the person in charge of leading execution, to forecast any potential challenges you could run into while the project is still in the planning stages. That way, you can ensure the project will be achievable—or course-correct if necessary.   there is a strong correlation between project planning and project success—the better your plan, the better your outcome. So, conquering the planning phase also makes for better project efficiency and results</a:t>
            </a:r>
          </a:p>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2</a:t>
            </a:fld>
            <a:endParaRPr lang="en-US"/>
          </a:p>
        </p:txBody>
      </p:sp>
    </p:spTree>
    <p:extLst>
      <p:ext uri="{BB962C8B-B14F-4D97-AF65-F5344CB8AC3E}">
        <p14:creationId xmlns:p14="http://schemas.microsoft.com/office/powerpoint/2010/main" val="1060928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3</a:t>
            </a:fld>
            <a:endParaRPr lang="en-US"/>
          </a:p>
        </p:txBody>
      </p:sp>
    </p:spTree>
    <p:extLst>
      <p:ext uri="{BB962C8B-B14F-4D97-AF65-F5344CB8AC3E}">
        <p14:creationId xmlns:p14="http://schemas.microsoft.com/office/powerpoint/2010/main" val="3597174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Project Title:</a:t>
            </a:r>
            <a:r>
              <a:rPr kumimoji="0" lang="en-US" altLang="en-US" sz="1200" b="0" i="0" u="none" strike="noStrike" cap="none" normalizeH="0" baseline="0" dirty="0">
                <a:ln>
                  <a:noFill/>
                </a:ln>
                <a:solidFill>
                  <a:schemeClr val="tx1"/>
                </a:solidFill>
                <a:effectLst/>
                <a:latin typeface="Arial" panose="020B0604020202020204" pitchFamily="34" charset="0"/>
              </a:rPr>
              <a:t> The name of the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Project Manager:</a:t>
            </a:r>
            <a:r>
              <a:rPr kumimoji="0" lang="en-US" altLang="en-US" sz="1200" b="0" i="0" u="none" strike="noStrike" cap="none" normalizeH="0" baseline="0" dirty="0">
                <a:ln>
                  <a:noFill/>
                </a:ln>
                <a:solidFill>
                  <a:schemeClr val="tx1"/>
                </a:solidFill>
                <a:effectLst/>
                <a:latin typeface="Arial" panose="020B0604020202020204" pitchFamily="34" charset="0"/>
              </a:rPr>
              <a:t> The person responsible for managing the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Project Sponsor:</a:t>
            </a:r>
            <a:r>
              <a:rPr kumimoji="0" lang="en-US" altLang="en-US" sz="1200" b="0" i="0" u="none" strike="noStrike" cap="none" normalizeH="0" baseline="0" dirty="0">
                <a:ln>
                  <a:noFill/>
                </a:ln>
                <a:solidFill>
                  <a:schemeClr val="tx1"/>
                </a:solidFill>
                <a:effectLst/>
                <a:latin typeface="Arial" panose="020B0604020202020204" pitchFamily="34" charset="0"/>
              </a:rPr>
              <a:t> The individual or organization providing the resources and support for the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Project Description:</a:t>
            </a:r>
            <a:r>
              <a:rPr kumimoji="0" lang="en-US" altLang="en-US" sz="1200" b="0" i="0" u="none" strike="noStrike" cap="none" normalizeH="0" baseline="0" dirty="0">
                <a:ln>
                  <a:noFill/>
                </a:ln>
                <a:solidFill>
                  <a:schemeClr val="tx1"/>
                </a:solidFill>
                <a:effectLst/>
                <a:latin typeface="Arial" panose="020B0604020202020204" pitchFamily="34" charset="0"/>
              </a:rPr>
              <a:t> A brief summary of the project, including its purpose and objectives. </a:t>
            </a:r>
          </a:p>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4</a:t>
            </a:fld>
            <a:endParaRPr lang="en-US"/>
          </a:p>
        </p:txBody>
      </p:sp>
    </p:spTree>
    <p:extLst>
      <p:ext uri="{BB962C8B-B14F-4D97-AF65-F5344CB8AC3E}">
        <p14:creationId xmlns:p14="http://schemas.microsoft.com/office/powerpoint/2010/main" val="1675464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Gantt chart is a visual project management tool that displays the timeline of a project. It shows the start and end dates of the various tasks or activities that make up the project, as well as their relationships and dependencies. Gantt charts are useful for planning, scheduling, and tracking the progress of projects.</a:t>
            </a:r>
          </a:p>
          <a:p>
            <a:r>
              <a:rPr lang="en-US" b="1" dirty="0"/>
              <a:t>Key Elements of a Gantt Chart:</a:t>
            </a:r>
          </a:p>
          <a:p>
            <a:pPr>
              <a:buFont typeface="+mj-lt"/>
              <a:buAutoNum type="arabicPeriod"/>
            </a:pPr>
            <a:r>
              <a:rPr lang="en-US" b="1" dirty="0"/>
              <a:t>Tasks/Activities:</a:t>
            </a:r>
            <a:r>
              <a:rPr lang="en-US" dirty="0"/>
              <a:t> Listed on the vertical axis, these are the individual tasks or activities that need to be completed.</a:t>
            </a:r>
          </a:p>
          <a:p>
            <a:pPr>
              <a:buFont typeface="+mj-lt"/>
              <a:buAutoNum type="arabicPeriod"/>
            </a:pPr>
            <a:r>
              <a:rPr lang="en-US" b="1" dirty="0"/>
              <a:t>Timeline:</a:t>
            </a:r>
            <a:r>
              <a:rPr lang="en-US" dirty="0"/>
              <a:t> Displayed on the horizontal axis, this represents the duration of the project, broken down into days, weeks, or months.</a:t>
            </a:r>
          </a:p>
          <a:p>
            <a:pPr>
              <a:buFont typeface="+mj-lt"/>
              <a:buAutoNum type="arabicPeriod"/>
            </a:pPr>
            <a:r>
              <a:rPr lang="en-US" b="1" dirty="0"/>
              <a:t>Bars:</a:t>
            </a:r>
            <a:r>
              <a:rPr lang="en-US" dirty="0"/>
              <a:t> Horizontal bars represent the duration of each task. The length of the bar corresponds to the task's start and end dates.</a:t>
            </a:r>
          </a:p>
          <a:p>
            <a:pPr>
              <a:buFont typeface="+mj-lt"/>
              <a:buAutoNum type="arabicPeriod"/>
            </a:pPr>
            <a:r>
              <a:rPr lang="en-US" b="1" dirty="0"/>
              <a:t>Dependencies:</a:t>
            </a:r>
            <a:r>
              <a:rPr lang="en-US" dirty="0"/>
              <a:t> Arrows or lines that show the relationships between tasks, indicating which tasks must be completed before others can start.</a:t>
            </a:r>
          </a:p>
          <a:p>
            <a:pPr>
              <a:buFont typeface="+mj-lt"/>
              <a:buAutoNum type="arabicPeriod"/>
            </a:pPr>
            <a:r>
              <a:rPr lang="en-US" b="1" dirty="0"/>
              <a:t>Milestones:</a:t>
            </a:r>
            <a:r>
              <a:rPr lang="en-US" dirty="0"/>
              <a:t> Special symbols (often diamonds) that mark significant events or completion points in the project.</a:t>
            </a:r>
          </a:p>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5</a:t>
            </a:fld>
            <a:endParaRPr lang="en-US"/>
          </a:p>
        </p:txBody>
      </p:sp>
    </p:spTree>
    <p:extLst>
      <p:ext uri="{BB962C8B-B14F-4D97-AF65-F5344CB8AC3E}">
        <p14:creationId xmlns:p14="http://schemas.microsoft.com/office/powerpoint/2010/main" val="2728184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7</a:t>
            </a:fld>
            <a:endParaRPr lang="en-US"/>
          </a:p>
        </p:txBody>
      </p:sp>
    </p:spTree>
    <p:extLst>
      <p:ext uri="{BB962C8B-B14F-4D97-AF65-F5344CB8AC3E}">
        <p14:creationId xmlns:p14="http://schemas.microsoft.com/office/powerpoint/2010/main" val="664751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F22FEA-9E10-44E5-8A81-0D2B2EB3C398}" type="slidenum">
              <a:rPr lang="en-US" smtClean="0"/>
              <a:t>8</a:t>
            </a:fld>
            <a:endParaRPr lang="en-US"/>
          </a:p>
        </p:txBody>
      </p:sp>
    </p:spTree>
    <p:extLst>
      <p:ext uri="{BB962C8B-B14F-4D97-AF65-F5344CB8AC3E}">
        <p14:creationId xmlns:p14="http://schemas.microsoft.com/office/powerpoint/2010/main" val="1697165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95CD2-0D34-F5E5-F785-D018E3D9D1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2E53FD-04D3-B701-E5B1-5E9C17EBF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BF6E23-DED5-CD04-5503-4BB79707A44C}"/>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EDE26319-B051-05F8-064F-5B9F019B4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C7455-5F18-E49C-5DFA-C4BB38EC3470}"/>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1995810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C4A2-63C8-1300-4F05-EBEC6B010A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8C7A74-B8D4-7DC8-C5C1-AAC6798A79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068AF-5298-6ED4-3D5A-5BE67B85C929}"/>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EA1AC5C4-6E65-154F-9254-3EE3052E33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DDB80-5806-3732-7946-14342353FDFD}"/>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2739615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4764-87BB-31CD-CEF1-1FEB80A05F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DCE0B4-D45C-DB5C-896B-A0874683E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D361B2-0BF5-B50A-10C5-54922E6E1948}"/>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A38AEA73-1EE5-0838-1E57-A692DD167E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C06E0-9C35-07CA-B7A3-1B7D2C910F07}"/>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1874715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2CE4-8F20-C151-E22D-D98C7213D3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21E712-2404-3C26-4E59-D728C7D7A0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D16FC9-43FD-DD70-80F5-816D0AC4AB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8266DC-6091-0B3A-673C-EF716E529FE7}"/>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6" name="Footer Placeholder 5">
            <a:extLst>
              <a:ext uri="{FF2B5EF4-FFF2-40B4-BE49-F238E27FC236}">
                <a16:creationId xmlns:a16="http://schemas.microsoft.com/office/drawing/2014/main" id="{5EA62B6D-4257-6E6A-30B1-EBDA18240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CDE005-1422-5A62-E818-B86829FA895C}"/>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1155046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53D26-C841-C0FB-D96F-12B12AD4BE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5872B0-4FA8-C14D-DB89-3F274F0C6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D47D4D-8BEC-78F0-383F-1FE54D6969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9B4F1E-27B2-3733-46AD-4EA7448C7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2CF62A-7A77-83FF-C570-9FFE07BAC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337F9C-B3B6-CF9E-7AEA-7A1A27E3710C}"/>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8" name="Footer Placeholder 7">
            <a:extLst>
              <a:ext uri="{FF2B5EF4-FFF2-40B4-BE49-F238E27FC236}">
                <a16:creationId xmlns:a16="http://schemas.microsoft.com/office/drawing/2014/main" id="{DBABD72A-91A7-1E3B-BBC9-1DC471136B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0F8A1F-3538-1F86-2DBE-F987E7843CD2}"/>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527155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3C9A7-D17F-2A6D-A9C0-BFCFAB5EA7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3EBDC0-9F69-9843-A284-B9E1EC160014}"/>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4" name="Footer Placeholder 3">
            <a:extLst>
              <a:ext uri="{FF2B5EF4-FFF2-40B4-BE49-F238E27FC236}">
                <a16:creationId xmlns:a16="http://schemas.microsoft.com/office/drawing/2014/main" id="{1115AA77-A8B0-6C08-CF25-45EA025F9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F6ECD2-6C2A-B858-21F4-AAA293E8E253}"/>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2900032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B0041-D313-3BEC-85F3-6875F373C74A}"/>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3" name="Footer Placeholder 2">
            <a:extLst>
              <a:ext uri="{FF2B5EF4-FFF2-40B4-BE49-F238E27FC236}">
                <a16:creationId xmlns:a16="http://schemas.microsoft.com/office/drawing/2014/main" id="{05CDBEB7-DE62-CE49-A08F-E1727AB038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4672BE-F2FB-CFAC-A9CA-48B12D5FC97D}"/>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369300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A53C-8225-27B0-123E-0E5A416D2F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8E1234-1502-2BBF-1312-5228C66589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B66A69-FF4A-A3B5-D1AD-9C3D2E92BF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4BEE8F-F42A-6C03-85B7-D96EFFD80B76}"/>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6" name="Footer Placeholder 5">
            <a:extLst>
              <a:ext uri="{FF2B5EF4-FFF2-40B4-BE49-F238E27FC236}">
                <a16:creationId xmlns:a16="http://schemas.microsoft.com/office/drawing/2014/main" id="{76DE5F22-5136-2079-01BD-675C3A1C64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B522E-5A41-5B26-508A-54605D27A5E6}"/>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7193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2D7B-FA7A-6753-EC72-1149BF380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DFC8F1-2462-E00F-A232-FE8843BDE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D25C90-F0C1-1726-1FA6-6AB86CD90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55F27B-5317-339B-9647-E4F0AF7070AE}"/>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6" name="Footer Placeholder 5">
            <a:extLst>
              <a:ext uri="{FF2B5EF4-FFF2-40B4-BE49-F238E27FC236}">
                <a16:creationId xmlns:a16="http://schemas.microsoft.com/office/drawing/2014/main" id="{A816C648-859D-9430-05F7-8F1C36ACB3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89CB90-A3C7-6204-2051-0AB160E3A5A5}"/>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1227626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DEFF-4532-5FFE-BDE5-886392B088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DF2EDB-0688-5278-D13D-DDA9B03A18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B9A284-914A-FEAF-900F-0B53192434B0}"/>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768A0A6B-5551-6657-8D12-2F7465008C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60E8F-8DC3-E891-CEC9-38EBF332EC0F}"/>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1985839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2FA262-8B5A-DCCF-C0CD-F8C41DB2E2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5C4C8C-79D3-1261-DCC9-FBA1B7FEBC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7BB3B-5527-F1D5-DE0D-FCC2D845EDB3}"/>
              </a:ext>
            </a:extLst>
          </p:cNvPr>
          <p:cNvSpPr>
            <a:spLocks noGrp="1"/>
          </p:cNvSpPr>
          <p:nvPr>
            <p:ph type="dt" sz="half" idx="10"/>
          </p:nvPr>
        </p:nvSpPr>
        <p:spPr/>
        <p:txBody>
          <a:body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84E6E81B-B51B-9AD3-5FC4-485BC2CC9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A5108E-9352-1519-703A-954FC7250891}"/>
              </a:ext>
            </a:extLst>
          </p:cNvPr>
          <p:cNvSpPr>
            <a:spLocks noGrp="1"/>
          </p:cNvSpPr>
          <p:nvPr>
            <p:ph type="sldNum" sz="quarter" idx="12"/>
          </p:nvPr>
        </p:nvSpPr>
        <p:spPr/>
        <p:txBody>
          <a:bodyPr/>
          <a:lstStyle/>
          <a:p>
            <a:fld id="{59DAF424-2D36-40B2-8250-5B5D8316F95C}" type="slidenum">
              <a:rPr lang="en-US" smtClean="0"/>
              <a:t>‹#›</a:t>
            </a:fld>
            <a:endParaRPr lang="en-US"/>
          </a:p>
        </p:txBody>
      </p:sp>
    </p:spTree>
    <p:extLst>
      <p:ext uri="{BB962C8B-B14F-4D97-AF65-F5344CB8AC3E}">
        <p14:creationId xmlns:p14="http://schemas.microsoft.com/office/powerpoint/2010/main" val="3273955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B7EC46-2D15-6F88-713E-C60A29FF42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36B4F5-B98B-DC5E-9761-69B28B26B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5AFD8D-A22B-9574-D05F-7CE320ED1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2DB87A-41DF-4E42-ACA0-21B2E6881726}" type="datetimeFigureOut">
              <a:rPr lang="en-US" smtClean="0"/>
              <a:t>7/8/2024</a:t>
            </a:fld>
            <a:endParaRPr lang="en-US"/>
          </a:p>
        </p:txBody>
      </p:sp>
      <p:sp>
        <p:nvSpPr>
          <p:cNvPr id="5" name="Footer Placeholder 4">
            <a:extLst>
              <a:ext uri="{FF2B5EF4-FFF2-40B4-BE49-F238E27FC236}">
                <a16:creationId xmlns:a16="http://schemas.microsoft.com/office/drawing/2014/main" id="{EEA6D682-25F2-8D7E-FEB5-5BA10DE3E3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0D0F36-30AC-4670-CFF1-4374E2EF87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DAF424-2D36-40B2-8250-5B5D8316F95C}" type="slidenum">
              <a:rPr lang="en-US" smtClean="0"/>
              <a:t>‹#›</a:t>
            </a:fld>
            <a:endParaRPr lang="en-US"/>
          </a:p>
        </p:txBody>
      </p:sp>
    </p:spTree>
    <p:extLst>
      <p:ext uri="{BB962C8B-B14F-4D97-AF65-F5344CB8AC3E}">
        <p14:creationId xmlns:p14="http://schemas.microsoft.com/office/powerpoint/2010/main" val="3028676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ople Planning">
            <a:extLst>
              <a:ext uri="{FF2B5EF4-FFF2-40B4-BE49-F238E27FC236}">
                <a16:creationId xmlns:a16="http://schemas.microsoft.com/office/drawing/2014/main" id="{551231EA-5E1D-ED4E-B88F-BBFD03E65D07}"/>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5"/>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AB4B3-2C8A-2BA3-697F-2270D2004F22}"/>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6600" dirty="0">
                <a:solidFill>
                  <a:srgbClr val="FFFFFF"/>
                </a:solidFill>
              </a:rPr>
              <a:t>Project Plan</a:t>
            </a:r>
          </a:p>
        </p:txBody>
      </p:sp>
      <p:sp>
        <p:nvSpPr>
          <p:cNvPr id="3" name="Subtitle 2">
            <a:extLst>
              <a:ext uri="{FF2B5EF4-FFF2-40B4-BE49-F238E27FC236}">
                <a16:creationId xmlns:a16="http://schemas.microsoft.com/office/drawing/2014/main" id="{F692FC7D-35F1-603A-F526-EFE25B22725B}"/>
              </a:ext>
            </a:extLst>
          </p:cNvPr>
          <p:cNvSpPr>
            <a:spLocks noGrp="1"/>
          </p:cNvSpPr>
          <p:nvPr>
            <p:ph type="subTitle" idx="1"/>
          </p:nvPr>
        </p:nvSpPr>
        <p:spPr>
          <a:xfrm>
            <a:off x="274141" y="5141026"/>
            <a:ext cx="10058400" cy="1282707"/>
          </a:xfrm>
          <a:effectLst>
            <a:outerShdw blurRad="50800" dist="38100" dir="2700000" algn="tl" rotWithShape="0">
              <a:prstClr val="black">
                <a:alpha val="40000"/>
              </a:prstClr>
            </a:outerShdw>
          </a:effectLst>
        </p:spPr>
        <p:txBody>
          <a:bodyPr>
            <a:normAutofit/>
          </a:bodyPr>
          <a:lstStyle/>
          <a:p>
            <a:pPr algn="l"/>
            <a:r>
              <a:rPr lang="en-US" sz="2000" dirty="0">
                <a:solidFill>
                  <a:srgbClr val="FFFFFF"/>
                </a:solidFill>
              </a:rPr>
              <a:t>K Anuradha</a:t>
            </a:r>
          </a:p>
          <a:p>
            <a:pPr algn="l"/>
            <a:r>
              <a:rPr lang="en-US" sz="2000" dirty="0">
                <a:solidFill>
                  <a:srgbClr val="FFFFFF"/>
                </a:solidFill>
              </a:rPr>
              <a:t>BSc (Hons) in Information Technology</a:t>
            </a:r>
          </a:p>
          <a:p>
            <a:pPr algn="l"/>
            <a:r>
              <a:rPr lang="en-US" sz="2000" dirty="0">
                <a:solidFill>
                  <a:srgbClr val="FFFFFF"/>
                </a:solidFill>
              </a:rPr>
              <a:t>MSc in Information Systems Management</a:t>
            </a:r>
          </a:p>
        </p:txBody>
      </p:sp>
    </p:spTree>
    <p:extLst>
      <p:ext uri="{BB962C8B-B14F-4D97-AF65-F5344CB8AC3E}">
        <p14:creationId xmlns:p14="http://schemas.microsoft.com/office/powerpoint/2010/main" val="227764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E29C3-E05E-CDE6-8930-65270F2A0711}"/>
              </a:ext>
            </a:extLst>
          </p:cNvPr>
          <p:cNvSpPr>
            <a:spLocks noGrp="1"/>
          </p:cNvSpPr>
          <p:nvPr>
            <p:ph type="title"/>
          </p:nvPr>
        </p:nvSpPr>
        <p:spPr/>
        <p:txBody>
          <a:bodyPr/>
          <a:lstStyle/>
          <a:p>
            <a:r>
              <a:rPr lang="en-US" sz="4400" dirty="0"/>
              <a:t>Project Plan</a:t>
            </a:r>
            <a:endParaRPr lang="en-US" dirty="0"/>
          </a:p>
        </p:txBody>
      </p:sp>
      <p:graphicFrame>
        <p:nvGraphicFramePr>
          <p:cNvPr id="5" name="Content Placeholder 2">
            <a:extLst>
              <a:ext uri="{FF2B5EF4-FFF2-40B4-BE49-F238E27FC236}">
                <a16:creationId xmlns:a16="http://schemas.microsoft.com/office/drawing/2014/main" id="{13831055-97AA-373D-A03B-730BBBB96D0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035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29F7-4958-425C-D786-64015CB15766}"/>
              </a:ext>
            </a:extLst>
          </p:cNvPr>
          <p:cNvSpPr>
            <a:spLocks noGrp="1"/>
          </p:cNvSpPr>
          <p:nvPr>
            <p:ph type="title"/>
          </p:nvPr>
        </p:nvSpPr>
        <p:spPr/>
        <p:txBody>
          <a:bodyPr>
            <a:normAutofit/>
          </a:bodyPr>
          <a:lstStyle/>
          <a:p>
            <a:r>
              <a:rPr lang="en-US" sz="6000" b="1" dirty="0">
                <a:solidFill>
                  <a:schemeClr val="accent1"/>
                </a:solidFill>
              </a:rPr>
              <a:t>Components of Project Plan</a:t>
            </a:r>
          </a:p>
        </p:txBody>
      </p:sp>
      <p:graphicFrame>
        <p:nvGraphicFramePr>
          <p:cNvPr id="5" name="Content Placeholder 2">
            <a:extLst>
              <a:ext uri="{FF2B5EF4-FFF2-40B4-BE49-F238E27FC236}">
                <a16:creationId xmlns:a16="http://schemas.microsoft.com/office/drawing/2014/main" id="{FD45F896-ED44-5344-382B-23F196DE8B3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520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C40C9-6ABA-C102-5B85-E74B9155E0E6}"/>
              </a:ext>
            </a:extLst>
          </p:cNvPr>
          <p:cNvSpPr>
            <a:spLocks noGrp="1"/>
          </p:cNvSpPr>
          <p:nvPr>
            <p:ph type="title"/>
          </p:nvPr>
        </p:nvSpPr>
        <p:spPr>
          <a:xfrm>
            <a:off x="466722" y="649480"/>
            <a:ext cx="3201366" cy="3387497"/>
          </a:xfrm>
        </p:spPr>
        <p:txBody>
          <a:bodyPr anchor="b">
            <a:normAutofit/>
          </a:bodyPr>
          <a:lstStyle/>
          <a:p>
            <a:pPr algn="r"/>
            <a:r>
              <a:rPr kumimoji="0" lang="en-US" altLang="en-US" sz="4000" b="1" i="0" u="none" strike="noStrike" cap="none" normalizeH="0" baseline="0" dirty="0">
                <a:ln>
                  <a:noFill/>
                </a:ln>
                <a:solidFill>
                  <a:srgbClr val="FFFFFF"/>
                </a:solidFill>
                <a:effectLst/>
                <a:latin typeface="Arial" panose="020B0604020202020204" pitchFamily="34" charset="0"/>
              </a:rPr>
              <a:t>Project Overview</a:t>
            </a:r>
            <a:br>
              <a:rPr kumimoji="0" lang="en-US" altLang="en-US" sz="4000" b="0" i="0" u="none" strike="noStrike" cap="none" normalizeH="0" baseline="0" dirty="0">
                <a:ln>
                  <a:noFill/>
                </a:ln>
                <a:solidFill>
                  <a:srgbClr val="FFFFFF"/>
                </a:solidFill>
                <a:effectLst/>
                <a:latin typeface="Arial" panose="020B0604020202020204" pitchFamily="34" charset="0"/>
              </a:rPr>
            </a:br>
            <a:endParaRPr lang="en-US" sz="4000" dirty="0">
              <a:solidFill>
                <a:srgbClr val="FFFFFF"/>
              </a:solidFill>
            </a:endParaRPr>
          </a:p>
        </p:txBody>
      </p:sp>
      <p:sp>
        <p:nvSpPr>
          <p:cNvPr id="5" name="Rectangle 2">
            <a:extLst>
              <a:ext uri="{FF2B5EF4-FFF2-40B4-BE49-F238E27FC236}">
                <a16:creationId xmlns:a16="http://schemas.microsoft.com/office/drawing/2014/main" id="{38C46D26-33D1-866B-0747-DDF621F58583}"/>
              </a:ext>
            </a:extLst>
          </p:cNvPr>
          <p:cNvSpPr>
            <a:spLocks noGrp="1" noChangeArrowheads="1"/>
          </p:cNvSpPr>
          <p:nvPr>
            <p:ph idx="1"/>
          </p:nvPr>
        </p:nvSpPr>
        <p:spPr bwMode="auto">
          <a:xfrm>
            <a:off x="4581727" y="649480"/>
            <a:ext cx="3762173"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200000"/>
              </a:lnSpc>
              <a:spcBef>
                <a:spcPct val="0"/>
              </a:spcBef>
              <a:spcAft>
                <a:spcPts val="600"/>
              </a:spcAft>
              <a:buClrTx/>
              <a:buSzTx/>
              <a:buFontTx/>
              <a:buChar char="•"/>
              <a:tabLst/>
            </a:pPr>
            <a:r>
              <a:rPr kumimoji="0" lang="en-US" altLang="en-US" sz="2400" b="1" i="0" u="none" strike="noStrike" cap="none" normalizeH="0" baseline="0" dirty="0">
                <a:ln>
                  <a:noFill/>
                </a:ln>
                <a:effectLst/>
                <a:latin typeface="Arial" panose="020B0604020202020204" pitchFamily="34" charset="0"/>
              </a:rPr>
              <a:t>Project Title</a:t>
            </a:r>
          </a:p>
          <a:p>
            <a:pPr marL="0" marR="0" lvl="0" indent="0" defTabSz="914400" rtl="0" eaLnBrk="0" fontAlgn="base" latinLnBrk="0" hangingPunct="0">
              <a:lnSpc>
                <a:spcPct val="200000"/>
              </a:lnSpc>
              <a:spcBef>
                <a:spcPct val="0"/>
              </a:spcBef>
              <a:spcAft>
                <a:spcPts val="600"/>
              </a:spcAft>
              <a:buClrTx/>
              <a:buSzTx/>
              <a:buFontTx/>
              <a:buChar char="•"/>
              <a:tabLst/>
            </a:pPr>
            <a:r>
              <a:rPr kumimoji="0" lang="en-US" altLang="en-US" sz="2400" b="1" i="0" u="none" strike="noStrike" cap="none" normalizeH="0" baseline="0" dirty="0">
                <a:ln>
                  <a:noFill/>
                </a:ln>
                <a:effectLst/>
                <a:latin typeface="Arial" panose="020B0604020202020204" pitchFamily="34" charset="0"/>
              </a:rPr>
              <a:t>Project Manager</a:t>
            </a:r>
          </a:p>
          <a:p>
            <a:pPr marL="0" marR="0" lvl="0" indent="0" defTabSz="914400" rtl="0" eaLnBrk="0" fontAlgn="base" latinLnBrk="0" hangingPunct="0">
              <a:lnSpc>
                <a:spcPct val="200000"/>
              </a:lnSpc>
              <a:spcBef>
                <a:spcPct val="0"/>
              </a:spcBef>
              <a:spcAft>
                <a:spcPts val="600"/>
              </a:spcAft>
              <a:buClrTx/>
              <a:buSzTx/>
              <a:buFontTx/>
              <a:buChar char="•"/>
              <a:tabLst/>
            </a:pPr>
            <a:r>
              <a:rPr kumimoji="0" lang="en-US" altLang="en-US" sz="2400" b="1" i="0" u="none" strike="noStrike" cap="none" normalizeH="0" baseline="0" dirty="0">
                <a:ln>
                  <a:noFill/>
                </a:ln>
                <a:effectLst/>
                <a:latin typeface="Arial" panose="020B0604020202020204" pitchFamily="34" charset="0"/>
              </a:rPr>
              <a:t>Project Sponsor</a:t>
            </a:r>
            <a:endParaRPr kumimoji="0" lang="en-US" altLang="en-US" sz="2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200000"/>
              </a:lnSpc>
              <a:spcBef>
                <a:spcPct val="0"/>
              </a:spcBef>
              <a:spcAft>
                <a:spcPts val="600"/>
              </a:spcAft>
              <a:buClrTx/>
              <a:buSzTx/>
              <a:buFontTx/>
              <a:buChar char="•"/>
              <a:tabLst/>
            </a:pPr>
            <a:r>
              <a:rPr kumimoji="0" lang="en-US" altLang="en-US" sz="2400" b="1" i="0" u="none" strike="noStrike" cap="none" normalizeH="0" baseline="0" dirty="0">
                <a:ln>
                  <a:noFill/>
                </a:ln>
                <a:effectLst/>
                <a:latin typeface="Arial" panose="020B0604020202020204" pitchFamily="34" charset="0"/>
              </a:rPr>
              <a:t>Project Description</a:t>
            </a:r>
            <a:endParaRPr kumimoji="0" lang="en-US" altLang="en-US" sz="2400" b="0" i="0" u="none" strike="noStrike" cap="none" normalizeH="0" baseline="0" dirty="0">
              <a:ln>
                <a:noFill/>
              </a:ln>
              <a:effectLst/>
              <a:latin typeface="Arial" panose="020B0604020202020204" pitchFamily="34" charset="0"/>
            </a:endParaRPr>
          </a:p>
        </p:txBody>
      </p:sp>
      <p:pic>
        <p:nvPicPr>
          <p:cNvPr id="17" name="Graphic 8" descr="Users">
            <a:extLst>
              <a:ext uri="{FF2B5EF4-FFF2-40B4-BE49-F238E27FC236}">
                <a16:creationId xmlns:a16="http://schemas.microsoft.com/office/drawing/2014/main" id="{BD4A2914-F037-247F-6930-1F8579469E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300901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3FD4C-CD4E-294E-51B6-D59CC2F67781}"/>
              </a:ext>
            </a:extLst>
          </p:cNvPr>
          <p:cNvSpPr>
            <a:spLocks noGrp="1"/>
          </p:cNvSpPr>
          <p:nvPr>
            <p:ph type="title"/>
          </p:nvPr>
        </p:nvSpPr>
        <p:spPr>
          <a:xfrm>
            <a:off x="838200" y="365125"/>
            <a:ext cx="10515600" cy="1306443"/>
          </a:xfrm>
        </p:spPr>
        <p:txBody>
          <a:bodyPr>
            <a:normAutofit/>
          </a:bodyPr>
          <a:lstStyle/>
          <a:p>
            <a:r>
              <a:rPr lang="en-US" sz="4000" b="1" dirty="0"/>
              <a:t>Detailed project schedule</a:t>
            </a:r>
          </a:p>
        </p:txBody>
      </p:sp>
      <p:sp>
        <p:nvSpPr>
          <p:cNvPr id="3" name="Content Placeholder 2">
            <a:extLst>
              <a:ext uri="{FF2B5EF4-FFF2-40B4-BE49-F238E27FC236}">
                <a16:creationId xmlns:a16="http://schemas.microsoft.com/office/drawing/2014/main" id="{0D0399DF-27E1-9D9C-C3C8-BCB972532BE9}"/>
              </a:ext>
            </a:extLst>
          </p:cNvPr>
          <p:cNvSpPr>
            <a:spLocks noGrp="1"/>
          </p:cNvSpPr>
          <p:nvPr>
            <p:ph idx="1"/>
          </p:nvPr>
        </p:nvSpPr>
        <p:spPr>
          <a:xfrm>
            <a:off x="838200" y="1825625"/>
            <a:ext cx="4152774" cy="4303464"/>
          </a:xfrm>
        </p:spPr>
        <p:txBody>
          <a:bodyPr>
            <a:normAutofit/>
          </a:bodyPr>
          <a:lstStyle/>
          <a:p>
            <a:pPr>
              <a:lnSpc>
                <a:spcPct val="200000"/>
              </a:lnSpc>
            </a:pPr>
            <a:r>
              <a:rPr lang="en-US" dirty="0"/>
              <a:t>A Gantt chart is a visual project management tool that displays the timeline of a project.</a:t>
            </a:r>
          </a:p>
          <a:p>
            <a:pPr>
              <a:lnSpc>
                <a:spcPct val="200000"/>
              </a:lnSpc>
            </a:pPr>
            <a:endParaRPr lang="en-US" sz="2000" dirty="0"/>
          </a:p>
          <a:p>
            <a:endParaRPr lang="en-US" sz="2000" dirty="0"/>
          </a:p>
        </p:txBody>
      </p:sp>
      <p:pic>
        <p:nvPicPr>
          <p:cNvPr id="7" name="Picture 6" descr="A graph with several different colored boxes&#10;&#10;Description automatically generated with medium confidence">
            <a:extLst>
              <a:ext uri="{FF2B5EF4-FFF2-40B4-BE49-F238E27FC236}">
                <a16:creationId xmlns:a16="http://schemas.microsoft.com/office/drawing/2014/main" id="{8BE16A3A-FDB3-802B-A868-5C87C5E1A94F}"/>
              </a:ext>
            </a:extLst>
          </p:cNvPr>
          <p:cNvPicPr>
            <a:picLocks noChangeAspect="1"/>
          </p:cNvPicPr>
          <p:nvPr/>
        </p:nvPicPr>
        <p:blipFill rotWithShape="1">
          <a:blip r:embed="rId3">
            <a:extLst>
              <a:ext uri="{28A0092B-C50C-407E-A947-70E740481C1C}">
                <a14:useLocalDpi xmlns:a14="http://schemas.microsoft.com/office/drawing/2010/main" val="0"/>
              </a:ext>
            </a:extLst>
          </a:blip>
          <a:srcRect r="1414" b="-3"/>
          <a:stretch/>
        </p:blipFill>
        <p:spPr>
          <a:xfrm>
            <a:off x="5183500" y="1904282"/>
            <a:ext cx="6170299" cy="4224808"/>
          </a:xfrm>
          <a:prstGeom prst="rect">
            <a:avLst/>
          </a:prstGeom>
        </p:spPr>
      </p:pic>
    </p:spTree>
    <p:extLst>
      <p:ext uri="{BB962C8B-B14F-4D97-AF65-F5344CB8AC3E}">
        <p14:creationId xmlns:p14="http://schemas.microsoft.com/office/powerpoint/2010/main" val="4059368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0434B7-E992-5735-90FB-5D34011845DC}"/>
              </a:ext>
            </a:extLst>
          </p:cNvPr>
          <p:cNvSpPr>
            <a:spLocks noGrp="1"/>
          </p:cNvSpPr>
          <p:nvPr>
            <p:ph type="title"/>
          </p:nvPr>
        </p:nvSpPr>
        <p:spPr>
          <a:xfrm>
            <a:off x="1043631" y="809898"/>
            <a:ext cx="10173010" cy="1554480"/>
          </a:xfrm>
        </p:spPr>
        <p:txBody>
          <a:bodyPr anchor="ctr">
            <a:normAutofit/>
          </a:bodyPr>
          <a:lstStyle/>
          <a:p>
            <a:r>
              <a:rPr lang="en-US" sz="4800"/>
              <a:t>Resource allocation.</a:t>
            </a:r>
            <a:br>
              <a:rPr lang="en-US" sz="4800"/>
            </a:b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3A6E66AB-478B-793E-D146-6764805595CA}"/>
              </a:ext>
            </a:extLst>
          </p:cNvPr>
          <p:cNvGraphicFramePr>
            <a:graphicFrameLocks noGrp="1"/>
          </p:cNvGraphicFramePr>
          <p:nvPr>
            <p:ph idx="1"/>
            <p:extLst>
              <p:ext uri="{D42A27DB-BD31-4B8C-83A1-F6EECF244321}">
                <p14:modId xmlns:p14="http://schemas.microsoft.com/office/powerpoint/2010/main" val="89528127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4751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95154-799F-38E1-559A-C81F0817D6F3}"/>
              </a:ext>
            </a:extLst>
          </p:cNvPr>
          <p:cNvSpPr>
            <a:spLocks noGrp="1"/>
          </p:cNvSpPr>
          <p:nvPr>
            <p:ph type="title"/>
          </p:nvPr>
        </p:nvSpPr>
        <p:spPr>
          <a:xfrm>
            <a:off x="1043631" y="809898"/>
            <a:ext cx="10173010" cy="1554480"/>
          </a:xfrm>
        </p:spPr>
        <p:txBody>
          <a:bodyPr anchor="ctr">
            <a:normAutofit/>
          </a:bodyPr>
          <a:lstStyle/>
          <a:p>
            <a:r>
              <a:rPr lang="en-US" sz="4800"/>
              <a:t>Budget estimation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6CBE8B9-C698-717D-DA5A-D038A4688E89}"/>
              </a:ext>
            </a:extLst>
          </p:cNvPr>
          <p:cNvGraphicFramePr>
            <a:graphicFrameLocks noGrp="1"/>
          </p:cNvGraphicFramePr>
          <p:nvPr>
            <p:ph idx="1"/>
            <p:extLst>
              <p:ext uri="{D42A27DB-BD31-4B8C-83A1-F6EECF244321}">
                <p14:modId xmlns:p14="http://schemas.microsoft.com/office/powerpoint/2010/main" val="3573124398"/>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0948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392BB6-0871-A206-44DE-8E9EF252B1AD}"/>
              </a:ext>
            </a:extLst>
          </p:cNvPr>
          <p:cNvSpPr>
            <a:spLocks noGrp="1"/>
          </p:cNvSpPr>
          <p:nvPr>
            <p:ph type="title"/>
          </p:nvPr>
        </p:nvSpPr>
        <p:spPr>
          <a:xfrm>
            <a:off x="1043631" y="809898"/>
            <a:ext cx="10173010" cy="1554480"/>
          </a:xfrm>
        </p:spPr>
        <p:txBody>
          <a:bodyPr anchor="ctr">
            <a:normAutofit/>
          </a:bodyPr>
          <a:lstStyle/>
          <a:p>
            <a:r>
              <a:rPr lang="en-US" sz="4800"/>
              <a:t>Risk management plan</a:t>
            </a:r>
            <a:br>
              <a:rPr lang="en-US" sz="4800"/>
            </a:br>
            <a:endParaRPr lang="en-US" sz="4800"/>
          </a:p>
        </p:txBody>
      </p:sp>
      <p:cxnSp>
        <p:nvCxnSpPr>
          <p:cNvPr id="26"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7" name="Content Placeholder 2">
            <a:extLst>
              <a:ext uri="{FF2B5EF4-FFF2-40B4-BE49-F238E27FC236}">
                <a16:creationId xmlns:a16="http://schemas.microsoft.com/office/drawing/2014/main" id="{A85987C1-7E59-60BB-1B0D-68617FAF0443}"/>
              </a:ext>
            </a:extLst>
          </p:cNvPr>
          <p:cNvGraphicFramePr>
            <a:graphicFrameLocks noGrp="1"/>
          </p:cNvGraphicFramePr>
          <p:nvPr>
            <p:ph idx="1"/>
            <p:extLst>
              <p:ext uri="{D42A27DB-BD31-4B8C-83A1-F6EECF244321}">
                <p14:modId xmlns:p14="http://schemas.microsoft.com/office/powerpoint/2010/main" val="367131742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385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669</Words>
  <Application>Microsoft Office PowerPoint</Application>
  <PresentationFormat>Widescreen</PresentationFormat>
  <Paragraphs>49</Paragraphs>
  <Slides>8</Slides>
  <Notes>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inherit</vt:lpstr>
      <vt:lpstr>TWK Lausanne</vt:lpstr>
      <vt:lpstr>Office Theme</vt:lpstr>
      <vt:lpstr>Project Plan</vt:lpstr>
      <vt:lpstr>Project Plan</vt:lpstr>
      <vt:lpstr>Components of Project Plan</vt:lpstr>
      <vt:lpstr>Project Overview </vt:lpstr>
      <vt:lpstr>Detailed project schedule</vt:lpstr>
      <vt:lpstr>Resource allocation. </vt:lpstr>
      <vt:lpstr>Budget estimation</vt:lpstr>
      <vt:lpstr>Risk management plan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Plan</dc:title>
  <dc:creator>Ms. K Anuradha</dc:creator>
  <cp:lastModifiedBy>Ms. K Anuradha</cp:lastModifiedBy>
  <cp:revision>1</cp:revision>
  <dcterms:created xsi:type="dcterms:W3CDTF">2024-07-09T05:42:54Z</dcterms:created>
  <dcterms:modified xsi:type="dcterms:W3CDTF">2024-07-09T07:05:17Z</dcterms:modified>
</cp:coreProperties>
</file>